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Cabin"/>
      <p:regular r:id="rId18"/>
      <p:bold r:id="rId19"/>
      <p:italic r:id="rId20"/>
      <p:boldItalic r:id="rId21"/>
    </p:embeddedFont>
    <p:embeddedFont>
      <p:font typeface="Syncopate"/>
      <p:regular r:id="rId22"/>
      <p:bold r:id="rId23"/>
    </p:embeddedFont>
    <p:embeddedFont>
      <p:font typeface="Noto Sans Symbols"/>
      <p:regular r:id="rId24"/>
      <p:bold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Cabin-italic.fntdata"/><Relationship Id="rId22" Type="http://schemas.openxmlformats.org/officeDocument/2006/relationships/font" Target="fonts/Syncopate-regular.fntdata"/><Relationship Id="rId21" Type="http://schemas.openxmlformats.org/officeDocument/2006/relationships/font" Target="fonts/Cabin-boldItalic.fntdata"/><Relationship Id="rId24" Type="http://schemas.openxmlformats.org/officeDocument/2006/relationships/font" Target="fonts/NotoSansSymbols-regular.fntdata"/><Relationship Id="rId23" Type="http://schemas.openxmlformats.org/officeDocument/2006/relationships/font" Target="fonts/Syncopate-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NotoSansSymbols-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Cabin-bold.fntdata"/><Relationship Id="rId18" Type="http://schemas.openxmlformats.org/officeDocument/2006/relationships/font" Target="fonts/Cabin-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7055959e16_2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g37055959e16_2_6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7055959e16_2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g37055959e16_2_7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7055959e16_2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g37055959e16_2_9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7055959e16_2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g37055959e16_2_1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7055959e16_2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g37055959e16_2_1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7055959e16_2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g37055959e16_2_10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7055959e16_2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g37055959e16_2_1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7055959e16_2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g37055959e16_2_1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7055959e16_2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g37055959e16_2_1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7055959e16_2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g37055959e16_2_1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7055959e16_2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g37055959e16_2_7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7055959e16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7055959e16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_1">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5702760" y="0"/>
            <a:ext cx="3669600" cy="5143200"/>
          </a:xfrm>
          <a:prstGeom prst="rect">
            <a:avLst/>
          </a:prstGeom>
          <a:noFill/>
          <a:ln>
            <a:noFill/>
          </a:ln>
        </p:spPr>
        <p:txBody>
          <a:bodyPr anchorCtr="0" anchor="t" bIns="45000" lIns="90000" spcFirstLastPara="1" rIns="90000" wrap="square" tIns="45000">
            <a:normAutofit/>
          </a:bodyPr>
          <a:lstStyle>
            <a:lvl1pPr indent="-228600" lvl="0" marL="457200" marR="0" algn="l">
              <a:spcBef>
                <a:spcPts val="0"/>
              </a:spcBef>
              <a:spcAft>
                <a:spcPts val="0"/>
              </a:spcAft>
              <a:buSzPts val="1800"/>
              <a:buNone/>
              <a:defRPr b="0" i="0" sz="1800" u="none" cap="none" strike="noStrike"/>
            </a:lvl1pPr>
            <a:lvl2pPr indent="-228600" lvl="1" marL="914400" marR="0" algn="l">
              <a:spcBef>
                <a:spcPts val="1200"/>
              </a:spcBef>
              <a:spcAft>
                <a:spcPts val="0"/>
              </a:spcAft>
              <a:buSzPts val="1400"/>
              <a:buNone/>
              <a:defRPr b="0" i="0" sz="1800" u="none" cap="none" strike="noStrike"/>
            </a:lvl2pPr>
            <a:lvl3pPr indent="-228600" lvl="2" marL="1371600" marR="0" algn="l">
              <a:spcBef>
                <a:spcPts val="1200"/>
              </a:spcBef>
              <a:spcAft>
                <a:spcPts val="0"/>
              </a:spcAft>
              <a:buSzPts val="1400"/>
              <a:buNone/>
              <a:defRPr b="0" i="0" sz="1800" u="none" cap="none" strike="noStrike"/>
            </a:lvl3pPr>
            <a:lvl4pPr indent="-228600" lvl="3" marL="1828800" marR="0" algn="l">
              <a:spcBef>
                <a:spcPts val="1200"/>
              </a:spcBef>
              <a:spcAft>
                <a:spcPts val="0"/>
              </a:spcAft>
              <a:buSzPts val="1400"/>
              <a:buNone/>
              <a:defRPr b="0" i="0" sz="1800" u="none" cap="none" strike="noStrike"/>
            </a:lvl4pPr>
            <a:lvl5pPr indent="-228600" lvl="4" marL="2286000" marR="0" algn="l">
              <a:spcBef>
                <a:spcPts val="1200"/>
              </a:spcBef>
              <a:spcAft>
                <a:spcPts val="0"/>
              </a:spcAft>
              <a:buSzPts val="1400"/>
              <a:buNone/>
              <a:defRPr b="0" i="0" sz="1800" u="none" cap="none" strike="noStrike"/>
            </a:lvl5pPr>
            <a:lvl6pPr indent="-228600" lvl="5" marL="2743200" marR="0" algn="l">
              <a:spcBef>
                <a:spcPts val="1200"/>
              </a:spcBef>
              <a:spcAft>
                <a:spcPts val="0"/>
              </a:spcAft>
              <a:buSzPts val="1400"/>
              <a:buNone/>
              <a:defRPr b="0" i="0" sz="1800" u="none" cap="none" strike="noStrike"/>
            </a:lvl6pPr>
            <a:lvl7pPr indent="-228600" lvl="6" marL="3200400" marR="0" algn="l">
              <a:spcBef>
                <a:spcPts val="1200"/>
              </a:spcBef>
              <a:spcAft>
                <a:spcPts val="0"/>
              </a:spcAft>
              <a:buSzPts val="1400"/>
              <a:buNone/>
              <a:defRPr b="0" i="0" sz="1800" u="none" cap="none" strike="noStrike"/>
            </a:lvl7pPr>
            <a:lvl8pPr indent="-228600" lvl="7" marL="3657600" marR="0" algn="l">
              <a:spcBef>
                <a:spcPts val="1200"/>
              </a:spcBef>
              <a:spcAft>
                <a:spcPts val="0"/>
              </a:spcAft>
              <a:buSzPts val="1400"/>
              <a:buNone/>
              <a:defRPr b="0" i="0" sz="1800" u="none" cap="none" strike="noStrike"/>
            </a:lvl8pPr>
            <a:lvl9pPr indent="-228600" lvl="8" marL="4114800" marR="0" algn="l">
              <a:spcBef>
                <a:spcPts val="1200"/>
              </a:spcBef>
              <a:spcAft>
                <a:spcPts val="1200"/>
              </a:spcAft>
              <a:buSzPts val="1400"/>
              <a:buNone/>
              <a:defRPr b="0" i="0" sz="1800" u="none" cap="none" strike="noStrike"/>
            </a:lvl9pPr>
          </a:lstStyle>
          <a:p/>
        </p:txBody>
      </p:sp>
      <p:sp>
        <p:nvSpPr>
          <p:cNvPr id="52" name="Google Shape;52;p13"/>
          <p:cNvSpPr txBox="1"/>
          <p:nvPr>
            <p:ph type="title"/>
          </p:nvPr>
        </p:nvSpPr>
        <p:spPr>
          <a:xfrm>
            <a:off x="487440" y="1436400"/>
            <a:ext cx="4705800" cy="1715400"/>
          </a:xfrm>
          <a:prstGeom prst="rect">
            <a:avLst/>
          </a:prstGeom>
          <a:noFill/>
          <a:ln>
            <a:noFill/>
          </a:ln>
        </p:spPr>
        <p:txBody>
          <a:bodyPr anchorCtr="0" anchor="b" bIns="91425" lIns="91425" spcFirstLastPara="1" rIns="91425" wrap="square" tIns="91425">
            <a:noAutofit/>
          </a:bodyPr>
          <a:lstStyle>
            <a:lvl1pPr lvl="0" marR="0" algn="l">
              <a:spcBef>
                <a:spcPts val="0"/>
              </a:spcBef>
              <a:spcAft>
                <a:spcPts val="0"/>
              </a:spcAft>
              <a:buSzPts val="2800"/>
              <a:buNone/>
              <a:defRPr b="0" i="0" sz="1800" u="none" cap="none" strike="noStrike"/>
            </a:lvl1pPr>
            <a:lvl2pPr lvl="1" marR="0" algn="l">
              <a:spcBef>
                <a:spcPts val="0"/>
              </a:spcBef>
              <a:spcAft>
                <a:spcPts val="0"/>
              </a:spcAft>
              <a:buSzPts val="2800"/>
              <a:buNone/>
              <a:defRPr b="0" i="0" sz="1800" u="none" cap="none" strike="noStrike"/>
            </a:lvl2pPr>
            <a:lvl3pPr lvl="2" marR="0" algn="l">
              <a:spcBef>
                <a:spcPts val="0"/>
              </a:spcBef>
              <a:spcAft>
                <a:spcPts val="0"/>
              </a:spcAft>
              <a:buSzPts val="2800"/>
              <a:buNone/>
              <a:defRPr b="0" i="0" sz="1800" u="none" cap="none" strike="noStrike"/>
            </a:lvl3pPr>
            <a:lvl4pPr lvl="3" marR="0" algn="l">
              <a:spcBef>
                <a:spcPts val="0"/>
              </a:spcBef>
              <a:spcAft>
                <a:spcPts val="0"/>
              </a:spcAft>
              <a:buSzPts val="2800"/>
              <a:buNone/>
              <a:defRPr b="0" i="0" sz="1800" u="none" cap="none" strike="noStrike"/>
            </a:lvl4pPr>
            <a:lvl5pPr lvl="4" marR="0" algn="l">
              <a:spcBef>
                <a:spcPts val="0"/>
              </a:spcBef>
              <a:spcAft>
                <a:spcPts val="0"/>
              </a:spcAft>
              <a:buSzPts val="2800"/>
              <a:buNone/>
              <a:defRPr b="0" i="0" sz="1800" u="none" cap="none" strike="noStrike"/>
            </a:lvl5pPr>
            <a:lvl6pPr lvl="5" marR="0" algn="l">
              <a:spcBef>
                <a:spcPts val="0"/>
              </a:spcBef>
              <a:spcAft>
                <a:spcPts val="0"/>
              </a:spcAft>
              <a:buSzPts val="2800"/>
              <a:buNone/>
              <a:defRPr b="0" i="0" sz="1800" u="none" cap="none" strike="noStrike"/>
            </a:lvl6pPr>
            <a:lvl7pPr lvl="6" marR="0" algn="l">
              <a:spcBef>
                <a:spcPts val="0"/>
              </a:spcBef>
              <a:spcAft>
                <a:spcPts val="0"/>
              </a:spcAft>
              <a:buSzPts val="2800"/>
              <a:buNone/>
              <a:defRPr b="0" i="0" sz="1800" u="none" cap="none" strike="noStrike"/>
            </a:lvl7pPr>
            <a:lvl8pPr lvl="7" marR="0" algn="l">
              <a:spcBef>
                <a:spcPts val="0"/>
              </a:spcBef>
              <a:spcAft>
                <a:spcPts val="0"/>
              </a:spcAft>
              <a:buSzPts val="2800"/>
              <a:buNone/>
              <a:defRPr b="0" i="0" sz="1800" u="none" cap="none" strike="noStrike"/>
            </a:lvl8pPr>
            <a:lvl9pPr lvl="8" marR="0" algn="l">
              <a:spcBef>
                <a:spcPts val="0"/>
              </a:spcBef>
              <a:spcAft>
                <a:spcPts val="0"/>
              </a:spcAft>
              <a:buSzPts val="2800"/>
              <a:buNone/>
              <a:defRPr b="0" i="0" sz="1800" u="none" cap="none" strike="noStrike"/>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p:cSld name="BLANK_1">
    <p:bg>
      <p:bgPr>
        <a:solidFill>
          <a:schemeClr val="lt1"/>
        </a:solidFill>
      </p:bgPr>
    </p:bg>
    <p:spTree>
      <p:nvGrpSpPr>
        <p:cNvPr id="53" name="Shape 53"/>
        <p:cNvGrpSpPr/>
        <p:nvPr/>
      </p:nvGrpSpPr>
      <p:grpSpPr>
        <a:xfrm>
          <a:off x="0" y="0"/>
          <a:ext cx="0" cy="0"/>
          <a:chOff x="0" y="0"/>
          <a:chExt cx="0" cy="0"/>
        </a:xfrm>
      </p:grpSpPr>
      <p:sp>
        <p:nvSpPr>
          <p:cNvPr id="54" name="Google Shape;54;p14"/>
          <p:cNvSpPr txBox="1"/>
          <p:nvPr>
            <p:ph idx="1" type="body"/>
          </p:nvPr>
        </p:nvSpPr>
        <p:spPr>
          <a:xfrm>
            <a:off x="3786840" y="1963440"/>
            <a:ext cx="4653600" cy="2217900"/>
          </a:xfrm>
          <a:prstGeom prst="rect">
            <a:avLst/>
          </a:prstGeom>
          <a:noFill/>
          <a:ln>
            <a:noFill/>
          </a:ln>
        </p:spPr>
        <p:txBody>
          <a:bodyPr anchorCtr="0" anchor="t" bIns="91425" lIns="91425" spcFirstLastPara="1" rIns="91425" wrap="square" tIns="91425">
            <a:noAutofit/>
          </a:bodyPr>
          <a:lstStyle>
            <a:lvl1pPr indent="-228600" lvl="0" marL="457200" marR="0" algn="l">
              <a:spcBef>
                <a:spcPts val="0"/>
              </a:spcBef>
              <a:spcAft>
                <a:spcPts val="0"/>
              </a:spcAft>
              <a:buSzPts val="1800"/>
              <a:buNone/>
              <a:defRPr b="0" i="0" sz="1800" u="none" cap="none" strike="noStrike"/>
            </a:lvl1pPr>
            <a:lvl2pPr indent="-228600" lvl="1" marL="914400" marR="0" algn="l">
              <a:spcBef>
                <a:spcPts val="1200"/>
              </a:spcBef>
              <a:spcAft>
                <a:spcPts val="0"/>
              </a:spcAft>
              <a:buSzPts val="1400"/>
              <a:buNone/>
              <a:defRPr b="0" i="0" sz="1800" u="none" cap="none" strike="noStrike"/>
            </a:lvl2pPr>
            <a:lvl3pPr indent="-228600" lvl="2" marL="1371600" marR="0" algn="l">
              <a:spcBef>
                <a:spcPts val="1200"/>
              </a:spcBef>
              <a:spcAft>
                <a:spcPts val="0"/>
              </a:spcAft>
              <a:buSzPts val="1400"/>
              <a:buNone/>
              <a:defRPr b="0" i="0" sz="1800" u="none" cap="none" strike="noStrike"/>
            </a:lvl3pPr>
            <a:lvl4pPr indent="-228600" lvl="3" marL="1828800" marR="0" algn="l">
              <a:spcBef>
                <a:spcPts val="1200"/>
              </a:spcBef>
              <a:spcAft>
                <a:spcPts val="0"/>
              </a:spcAft>
              <a:buSzPts val="1400"/>
              <a:buNone/>
              <a:defRPr b="0" i="0" sz="1800" u="none" cap="none" strike="noStrike"/>
            </a:lvl4pPr>
            <a:lvl5pPr indent="-228600" lvl="4" marL="2286000" marR="0" algn="l">
              <a:spcBef>
                <a:spcPts val="1200"/>
              </a:spcBef>
              <a:spcAft>
                <a:spcPts val="0"/>
              </a:spcAft>
              <a:buSzPts val="1400"/>
              <a:buNone/>
              <a:defRPr b="0" i="0" sz="1800" u="none" cap="none" strike="noStrike"/>
            </a:lvl5pPr>
            <a:lvl6pPr indent="-228600" lvl="5" marL="2743200" marR="0" algn="l">
              <a:spcBef>
                <a:spcPts val="1200"/>
              </a:spcBef>
              <a:spcAft>
                <a:spcPts val="0"/>
              </a:spcAft>
              <a:buSzPts val="1400"/>
              <a:buNone/>
              <a:defRPr b="0" i="0" sz="1800" u="none" cap="none" strike="noStrike"/>
            </a:lvl6pPr>
            <a:lvl7pPr indent="-228600" lvl="6" marL="3200400" marR="0" algn="l">
              <a:spcBef>
                <a:spcPts val="1200"/>
              </a:spcBef>
              <a:spcAft>
                <a:spcPts val="0"/>
              </a:spcAft>
              <a:buSzPts val="1400"/>
              <a:buNone/>
              <a:defRPr b="0" i="0" sz="1800" u="none" cap="none" strike="noStrike"/>
            </a:lvl7pPr>
            <a:lvl8pPr indent="-228600" lvl="7" marL="3657600" marR="0" algn="l">
              <a:spcBef>
                <a:spcPts val="1200"/>
              </a:spcBef>
              <a:spcAft>
                <a:spcPts val="0"/>
              </a:spcAft>
              <a:buSzPts val="1400"/>
              <a:buNone/>
              <a:defRPr b="0" i="0" sz="1800" u="none" cap="none" strike="noStrike"/>
            </a:lvl8pPr>
            <a:lvl9pPr indent="-228600" lvl="8" marL="4114800" marR="0" algn="l">
              <a:spcBef>
                <a:spcPts val="1200"/>
              </a:spcBef>
              <a:spcAft>
                <a:spcPts val="1200"/>
              </a:spcAft>
              <a:buSzPts val="1400"/>
              <a:buNone/>
              <a:defRPr b="0" i="0" sz="1800" u="none" cap="none" strike="noStrike"/>
            </a:lvl9pPr>
          </a:lstStyle>
          <a:p/>
        </p:txBody>
      </p:sp>
      <p:sp>
        <p:nvSpPr>
          <p:cNvPr id="55" name="Google Shape;55;p14"/>
          <p:cNvSpPr txBox="1"/>
          <p:nvPr>
            <p:ph type="title"/>
          </p:nvPr>
        </p:nvSpPr>
        <p:spPr>
          <a:xfrm>
            <a:off x="3405960" y="444960"/>
            <a:ext cx="4653600" cy="1011000"/>
          </a:xfrm>
          <a:prstGeom prst="rect">
            <a:avLst/>
          </a:prstGeom>
          <a:noFill/>
          <a:ln>
            <a:noFill/>
          </a:ln>
        </p:spPr>
        <p:txBody>
          <a:bodyPr anchorCtr="0" anchor="t" bIns="91425" lIns="91425" spcFirstLastPara="1" rIns="91425" wrap="square" tIns="91425">
            <a:noAutofit/>
          </a:bodyPr>
          <a:lstStyle>
            <a:lvl1pPr lvl="0" marR="0" algn="l">
              <a:spcBef>
                <a:spcPts val="0"/>
              </a:spcBef>
              <a:spcAft>
                <a:spcPts val="0"/>
              </a:spcAft>
              <a:buSzPts val="2800"/>
              <a:buNone/>
              <a:defRPr b="0" i="0" sz="1800" u="none" cap="none" strike="noStrike"/>
            </a:lvl1pPr>
            <a:lvl2pPr lvl="1" marR="0" algn="l">
              <a:spcBef>
                <a:spcPts val="0"/>
              </a:spcBef>
              <a:spcAft>
                <a:spcPts val="0"/>
              </a:spcAft>
              <a:buSzPts val="2800"/>
              <a:buNone/>
              <a:defRPr b="0" i="0" sz="1800" u="none" cap="none" strike="noStrike"/>
            </a:lvl2pPr>
            <a:lvl3pPr lvl="2" marR="0" algn="l">
              <a:spcBef>
                <a:spcPts val="0"/>
              </a:spcBef>
              <a:spcAft>
                <a:spcPts val="0"/>
              </a:spcAft>
              <a:buSzPts val="2800"/>
              <a:buNone/>
              <a:defRPr b="0" i="0" sz="1800" u="none" cap="none" strike="noStrike"/>
            </a:lvl3pPr>
            <a:lvl4pPr lvl="3" marR="0" algn="l">
              <a:spcBef>
                <a:spcPts val="0"/>
              </a:spcBef>
              <a:spcAft>
                <a:spcPts val="0"/>
              </a:spcAft>
              <a:buSzPts val="2800"/>
              <a:buNone/>
              <a:defRPr b="0" i="0" sz="1800" u="none" cap="none" strike="noStrike"/>
            </a:lvl4pPr>
            <a:lvl5pPr lvl="4" marR="0" algn="l">
              <a:spcBef>
                <a:spcPts val="0"/>
              </a:spcBef>
              <a:spcAft>
                <a:spcPts val="0"/>
              </a:spcAft>
              <a:buSzPts val="2800"/>
              <a:buNone/>
              <a:defRPr b="0" i="0" sz="1800" u="none" cap="none" strike="noStrike"/>
            </a:lvl5pPr>
            <a:lvl6pPr lvl="5" marR="0" algn="l">
              <a:spcBef>
                <a:spcPts val="0"/>
              </a:spcBef>
              <a:spcAft>
                <a:spcPts val="0"/>
              </a:spcAft>
              <a:buSzPts val="2800"/>
              <a:buNone/>
              <a:defRPr b="0" i="0" sz="1800" u="none" cap="none" strike="noStrike"/>
            </a:lvl6pPr>
            <a:lvl7pPr lvl="6" marR="0" algn="l">
              <a:spcBef>
                <a:spcPts val="0"/>
              </a:spcBef>
              <a:spcAft>
                <a:spcPts val="0"/>
              </a:spcAft>
              <a:buSzPts val="2800"/>
              <a:buNone/>
              <a:defRPr b="0" i="0" sz="1800" u="none" cap="none" strike="noStrike"/>
            </a:lvl7pPr>
            <a:lvl8pPr lvl="7" marR="0" algn="l">
              <a:spcBef>
                <a:spcPts val="0"/>
              </a:spcBef>
              <a:spcAft>
                <a:spcPts val="0"/>
              </a:spcAft>
              <a:buSzPts val="2800"/>
              <a:buNone/>
              <a:defRPr b="0" i="0" sz="1800" u="none" cap="none" strike="noStrike"/>
            </a:lvl8pPr>
            <a:lvl9pPr lvl="8" marR="0" algn="l">
              <a:spcBef>
                <a:spcPts val="0"/>
              </a:spcBef>
              <a:spcAft>
                <a:spcPts val="0"/>
              </a:spcAft>
              <a:buSzPts val="2800"/>
              <a:buNone/>
              <a:defRPr b="0" i="0" sz="1800" u="none" cap="none" strike="noStrike"/>
            </a:lvl9pPr>
          </a:lstStyle>
          <a:p/>
        </p:txBody>
      </p:sp>
      <p:sp>
        <p:nvSpPr>
          <p:cNvPr id="56" name="Google Shape;56;p14"/>
          <p:cNvSpPr txBox="1"/>
          <p:nvPr>
            <p:ph idx="2" type="body"/>
          </p:nvPr>
        </p:nvSpPr>
        <p:spPr>
          <a:xfrm>
            <a:off x="0" y="0"/>
            <a:ext cx="3067800" cy="5143200"/>
          </a:xfrm>
          <a:prstGeom prst="rect">
            <a:avLst/>
          </a:prstGeom>
          <a:noFill/>
          <a:ln>
            <a:noFill/>
          </a:ln>
        </p:spPr>
        <p:txBody>
          <a:bodyPr anchorCtr="0" anchor="t" bIns="45000" lIns="90000" spcFirstLastPara="1" rIns="90000" wrap="square" tIns="45000">
            <a:normAutofit/>
          </a:bodyPr>
          <a:lstStyle>
            <a:lvl1pPr indent="-228600" lvl="0" marL="457200" marR="0" algn="l">
              <a:spcBef>
                <a:spcPts val="0"/>
              </a:spcBef>
              <a:spcAft>
                <a:spcPts val="0"/>
              </a:spcAft>
              <a:buSzPts val="1800"/>
              <a:buNone/>
              <a:defRPr b="0" i="0" sz="1800" u="none" cap="none" strike="noStrike"/>
            </a:lvl1pPr>
            <a:lvl2pPr indent="-228600" lvl="1" marL="914400" marR="0" algn="l">
              <a:spcBef>
                <a:spcPts val="1200"/>
              </a:spcBef>
              <a:spcAft>
                <a:spcPts val="0"/>
              </a:spcAft>
              <a:buSzPts val="1400"/>
              <a:buNone/>
              <a:defRPr b="0" i="0" sz="1800" u="none" cap="none" strike="noStrike"/>
            </a:lvl2pPr>
            <a:lvl3pPr indent="-228600" lvl="2" marL="1371600" marR="0" algn="l">
              <a:spcBef>
                <a:spcPts val="1200"/>
              </a:spcBef>
              <a:spcAft>
                <a:spcPts val="0"/>
              </a:spcAft>
              <a:buSzPts val="1400"/>
              <a:buNone/>
              <a:defRPr b="0" i="0" sz="1800" u="none" cap="none" strike="noStrike"/>
            </a:lvl3pPr>
            <a:lvl4pPr indent="-228600" lvl="3" marL="1828800" marR="0" algn="l">
              <a:spcBef>
                <a:spcPts val="1200"/>
              </a:spcBef>
              <a:spcAft>
                <a:spcPts val="0"/>
              </a:spcAft>
              <a:buSzPts val="1400"/>
              <a:buNone/>
              <a:defRPr b="0" i="0" sz="1800" u="none" cap="none" strike="noStrike"/>
            </a:lvl4pPr>
            <a:lvl5pPr indent="-228600" lvl="4" marL="2286000" marR="0" algn="l">
              <a:spcBef>
                <a:spcPts val="1200"/>
              </a:spcBef>
              <a:spcAft>
                <a:spcPts val="0"/>
              </a:spcAft>
              <a:buSzPts val="1400"/>
              <a:buNone/>
              <a:defRPr b="0" i="0" sz="1800" u="none" cap="none" strike="noStrike"/>
            </a:lvl5pPr>
            <a:lvl6pPr indent="-228600" lvl="5" marL="2743200" marR="0" algn="l">
              <a:spcBef>
                <a:spcPts val="1200"/>
              </a:spcBef>
              <a:spcAft>
                <a:spcPts val="0"/>
              </a:spcAft>
              <a:buSzPts val="1400"/>
              <a:buNone/>
              <a:defRPr b="0" i="0" sz="1800" u="none" cap="none" strike="noStrike"/>
            </a:lvl6pPr>
            <a:lvl7pPr indent="-228600" lvl="6" marL="3200400" marR="0" algn="l">
              <a:spcBef>
                <a:spcPts val="1200"/>
              </a:spcBef>
              <a:spcAft>
                <a:spcPts val="0"/>
              </a:spcAft>
              <a:buSzPts val="1400"/>
              <a:buNone/>
              <a:defRPr b="0" i="0" sz="1800" u="none" cap="none" strike="noStrike"/>
            </a:lvl7pPr>
            <a:lvl8pPr indent="-228600" lvl="7" marL="3657600" marR="0" algn="l">
              <a:spcBef>
                <a:spcPts val="1200"/>
              </a:spcBef>
              <a:spcAft>
                <a:spcPts val="0"/>
              </a:spcAft>
              <a:buSzPts val="1400"/>
              <a:buNone/>
              <a:defRPr b="0" i="0" sz="1800" u="none" cap="none" strike="noStrike"/>
            </a:lvl8pPr>
            <a:lvl9pPr indent="-228600" lvl="8" marL="4114800" marR="0" algn="l">
              <a:spcBef>
                <a:spcPts val="1200"/>
              </a:spcBef>
              <a:spcAft>
                <a:spcPts val="1200"/>
              </a:spcAft>
              <a:buSzPts val="1400"/>
              <a:buNone/>
              <a:defRPr b="0" i="0" sz="1800" u="none" cap="none" strike="noStrike"/>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
  <p:cSld name="SECTION_HEADER_1">
    <p:bg>
      <p:bgPr>
        <a:solidFill>
          <a:schemeClr val="lt1"/>
        </a:solidFill>
      </p:bgPr>
    </p:bg>
    <p:spTree>
      <p:nvGrpSpPr>
        <p:cNvPr id="57" name="Shape 57"/>
        <p:cNvGrpSpPr/>
        <p:nvPr/>
      </p:nvGrpSpPr>
      <p:grpSpPr>
        <a:xfrm>
          <a:off x="0" y="0"/>
          <a:ext cx="0" cy="0"/>
          <a:chOff x="0" y="0"/>
          <a:chExt cx="0" cy="0"/>
        </a:xfrm>
      </p:grpSpPr>
      <p:sp>
        <p:nvSpPr>
          <p:cNvPr id="58" name="Google Shape;58;p15"/>
          <p:cNvSpPr txBox="1"/>
          <p:nvPr>
            <p:ph type="title"/>
          </p:nvPr>
        </p:nvSpPr>
        <p:spPr>
          <a:xfrm>
            <a:off x="784440" y="1832400"/>
            <a:ext cx="4359600" cy="1406100"/>
          </a:xfrm>
          <a:prstGeom prst="rect">
            <a:avLst/>
          </a:prstGeom>
          <a:noFill/>
          <a:ln>
            <a:noFill/>
          </a:ln>
        </p:spPr>
        <p:txBody>
          <a:bodyPr anchorCtr="0" anchor="b" bIns="91425" lIns="91425" spcFirstLastPara="1" rIns="91425" wrap="square" tIns="91425">
            <a:noAutofit/>
          </a:bodyPr>
          <a:lstStyle>
            <a:lvl1pPr lvl="0" marR="0" algn="l">
              <a:spcBef>
                <a:spcPts val="0"/>
              </a:spcBef>
              <a:spcAft>
                <a:spcPts val="0"/>
              </a:spcAft>
              <a:buSzPts val="2800"/>
              <a:buNone/>
              <a:defRPr b="0" i="0" sz="1800" u="none" cap="none" strike="noStrike"/>
            </a:lvl1pPr>
            <a:lvl2pPr lvl="1" marR="0" algn="l">
              <a:spcBef>
                <a:spcPts val="0"/>
              </a:spcBef>
              <a:spcAft>
                <a:spcPts val="0"/>
              </a:spcAft>
              <a:buSzPts val="2800"/>
              <a:buNone/>
              <a:defRPr b="0" i="0" sz="1800" u="none" cap="none" strike="noStrike"/>
            </a:lvl2pPr>
            <a:lvl3pPr lvl="2" marR="0" algn="l">
              <a:spcBef>
                <a:spcPts val="0"/>
              </a:spcBef>
              <a:spcAft>
                <a:spcPts val="0"/>
              </a:spcAft>
              <a:buSzPts val="2800"/>
              <a:buNone/>
              <a:defRPr b="0" i="0" sz="1800" u="none" cap="none" strike="noStrike"/>
            </a:lvl3pPr>
            <a:lvl4pPr lvl="3" marR="0" algn="l">
              <a:spcBef>
                <a:spcPts val="0"/>
              </a:spcBef>
              <a:spcAft>
                <a:spcPts val="0"/>
              </a:spcAft>
              <a:buSzPts val="2800"/>
              <a:buNone/>
              <a:defRPr b="0" i="0" sz="1800" u="none" cap="none" strike="noStrike"/>
            </a:lvl4pPr>
            <a:lvl5pPr lvl="4" marR="0" algn="l">
              <a:spcBef>
                <a:spcPts val="0"/>
              </a:spcBef>
              <a:spcAft>
                <a:spcPts val="0"/>
              </a:spcAft>
              <a:buSzPts val="2800"/>
              <a:buNone/>
              <a:defRPr b="0" i="0" sz="1800" u="none" cap="none" strike="noStrike"/>
            </a:lvl5pPr>
            <a:lvl6pPr lvl="5" marR="0" algn="l">
              <a:spcBef>
                <a:spcPts val="0"/>
              </a:spcBef>
              <a:spcAft>
                <a:spcPts val="0"/>
              </a:spcAft>
              <a:buSzPts val="2800"/>
              <a:buNone/>
              <a:defRPr b="0" i="0" sz="1800" u="none" cap="none" strike="noStrike"/>
            </a:lvl6pPr>
            <a:lvl7pPr lvl="6" marR="0" algn="l">
              <a:spcBef>
                <a:spcPts val="0"/>
              </a:spcBef>
              <a:spcAft>
                <a:spcPts val="0"/>
              </a:spcAft>
              <a:buSzPts val="2800"/>
              <a:buNone/>
              <a:defRPr b="0" i="0" sz="1800" u="none" cap="none" strike="noStrike"/>
            </a:lvl7pPr>
            <a:lvl8pPr lvl="7" marR="0" algn="l">
              <a:spcBef>
                <a:spcPts val="0"/>
              </a:spcBef>
              <a:spcAft>
                <a:spcPts val="0"/>
              </a:spcAft>
              <a:buSzPts val="2800"/>
              <a:buNone/>
              <a:defRPr b="0" i="0" sz="1800" u="none" cap="none" strike="noStrike"/>
            </a:lvl8pPr>
            <a:lvl9pPr lvl="8" marR="0" algn="l">
              <a:spcBef>
                <a:spcPts val="0"/>
              </a:spcBef>
              <a:spcAft>
                <a:spcPts val="0"/>
              </a:spcAft>
              <a:buSzPts val="2800"/>
              <a:buNone/>
              <a:defRPr b="0" i="0" sz="1800" u="none" cap="none" strike="noStrike"/>
            </a:lvl9pPr>
          </a:lstStyle>
          <a:p/>
        </p:txBody>
      </p:sp>
      <p:sp>
        <p:nvSpPr>
          <p:cNvPr id="59" name="Google Shape;59;p15"/>
          <p:cNvSpPr txBox="1"/>
          <p:nvPr>
            <p:ph idx="2" type="title"/>
          </p:nvPr>
        </p:nvSpPr>
        <p:spPr>
          <a:xfrm>
            <a:off x="4236480" y="636480"/>
            <a:ext cx="1281900" cy="828000"/>
          </a:xfrm>
          <a:prstGeom prst="rect">
            <a:avLst/>
          </a:prstGeom>
          <a:noFill/>
          <a:ln>
            <a:noFill/>
          </a:ln>
        </p:spPr>
        <p:txBody>
          <a:bodyPr anchorCtr="0" anchor="ctr" bIns="91425" lIns="91425" spcFirstLastPara="1" rIns="91425" wrap="square" tIns="91425">
            <a:noAutofit/>
          </a:bodyPr>
          <a:lstStyle>
            <a:lvl1pPr lvl="0" marR="0" algn="l">
              <a:spcBef>
                <a:spcPts val="0"/>
              </a:spcBef>
              <a:spcAft>
                <a:spcPts val="0"/>
              </a:spcAft>
              <a:buSzPts val="2800"/>
              <a:buNone/>
              <a:defRPr b="0" i="0" sz="1800" u="none" cap="none" strike="noStrike"/>
            </a:lvl1pPr>
            <a:lvl2pPr lvl="1" marR="0" algn="l">
              <a:spcBef>
                <a:spcPts val="0"/>
              </a:spcBef>
              <a:spcAft>
                <a:spcPts val="0"/>
              </a:spcAft>
              <a:buSzPts val="2800"/>
              <a:buNone/>
              <a:defRPr b="0" i="0" sz="1800" u="none" cap="none" strike="noStrike"/>
            </a:lvl2pPr>
            <a:lvl3pPr lvl="2" marR="0" algn="l">
              <a:spcBef>
                <a:spcPts val="0"/>
              </a:spcBef>
              <a:spcAft>
                <a:spcPts val="0"/>
              </a:spcAft>
              <a:buSzPts val="2800"/>
              <a:buNone/>
              <a:defRPr b="0" i="0" sz="1800" u="none" cap="none" strike="noStrike"/>
            </a:lvl3pPr>
            <a:lvl4pPr lvl="3" marR="0" algn="l">
              <a:spcBef>
                <a:spcPts val="0"/>
              </a:spcBef>
              <a:spcAft>
                <a:spcPts val="0"/>
              </a:spcAft>
              <a:buSzPts val="2800"/>
              <a:buNone/>
              <a:defRPr b="0" i="0" sz="1800" u="none" cap="none" strike="noStrike"/>
            </a:lvl4pPr>
            <a:lvl5pPr lvl="4" marR="0" algn="l">
              <a:spcBef>
                <a:spcPts val="0"/>
              </a:spcBef>
              <a:spcAft>
                <a:spcPts val="0"/>
              </a:spcAft>
              <a:buSzPts val="2800"/>
              <a:buNone/>
              <a:defRPr b="0" i="0" sz="1800" u="none" cap="none" strike="noStrike"/>
            </a:lvl5pPr>
            <a:lvl6pPr lvl="5" marR="0" algn="l">
              <a:spcBef>
                <a:spcPts val="0"/>
              </a:spcBef>
              <a:spcAft>
                <a:spcPts val="0"/>
              </a:spcAft>
              <a:buSzPts val="2800"/>
              <a:buNone/>
              <a:defRPr b="0" i="0" sz="1800" u="none" cap="none" strike="noStrike"/>
            </a:lvl6pPr>
            <a:lvl7pPr lvl="6" marR="0" algn="l">
              <a:spcBef>
                <a:spcPts val="0"/>
              </a:spcBef>
              <a:spcAft>
                <a:spcPts val="0"/>
              </a:spcAft>
              <a:buSzPts val="2800"/>
              <a:buNone/>
              <a:defRPr b="0" i="0" sz="1800" u="none" cap="none" strike="noStrike"/>
            </a:lvl7pPr>
            <a:lvl8pPr lvl="7" marR="0" algn="l">
              <a:spcBef>
                <a:spcPts val="0"/>
              </a:spcBef>
              <a:spcAft>
                <a:spcPts val="0"/>
              </a:spcAft>
              <a:buSzPts val="2800"/>
              <a:buNone/>
              <a:defRPr b="0" i="0" sz="1800" u="none" cap="none" strike="noStrike"/>
            </a:lvl8pPr>
            <a:lvl9pPr lvl="8" marR="0" algn="l">
              <a:spcBef>
                <a:spcPts val="0"/>
              </a:spcBef>
              <a:spcAft>
                <a:spcPts val="0"/>
              </a:spcAft>
              <a:buSzPts val="2800"/>
              <a:buNone/>
              <a:defRPr b="0" i="0" sz="1800" u="none" cap="none" strike="noStrike"/>
            </a:lvl9pPr>
          </a:lstStyle>
          <a:p/>
        </p:txBody>
      </p:sp>
      <p:sp>
        <p:nvSpPr>
          <p:cNvPr id="60" name="Google Shape;60;p15"/>
          <p:cNvSpPr txBox="1"/>
          <p:nvPr>
            <p:ph idx="1" type="body"/>
          </p:nvPr>
        </p:nvSpPr>
        <p:spPr>
          <a:xfrm>
            <a:off x="5372640" y="0"/>
            <a:ext cx="3771000" cy="5143200"/>
          </a:xfrm>
          <a:prstGeom prst="rect">
            <a:avLst/>
          </a:prstGeom>
          <a:noFill/>
          <a:ln>
            <a:noFill/>
          </a:ln>
        </p:spPr>
        <p:txBody>
          <a:bodyPr anchorCtr="0" anchor="t" bIns="45000" lIns="90000" spcFirstLastPara="1" rIns="90000" wrap="square" tIns="45000">
            <a:normAutofit/>
          </a:bodyPr>
          <a:lstStyle>
            <a:lvl1pPr indent="-228600" lvl="0" marL="457200" marR="0" algn="l">
              <a:spcBef>
                <a:spcPts val="0"/>
              </a:spcBef>
              <a:spcAft>
                <a:spcPts val="0"/>
              </a:spcAft>
              <a:buSzPts val="1800"/>
              <a:buNone/>
              <a:defRPr b="0" i="0" sz="1800" u="none" cap="none" strike="noStrike"/>
            </a:lvl1pPr>
            <a:lvl2pPr indent="-228600" lvl="1" marL="914400" marR="0" algn="l">
              <a:spcBef>
                <a:spcPts val="1200"/>
              </a:spcBef>
              <a:spcAft>
                <a:spcPts val="0"/>
              </a:spcAft>
              <a:buSzPts val="1400"/>
              <a:buNone/>
              <a:defRPr b="0" i="0" sz="1800" u="none" cap="none" strike="noStrike"/>
            </a:lvl2pPr>
            <a:lvl3pPr indent="-228600" lvl="2" marL="1371600" marR="0" algn="l">
              <a:spcBef>
                <a:spcPts val="1200"/>
              </a:spcBef>
              <a:spcAft>
                <a:spcPts val="0"/>
              </a:spcAft>
              <a:buSzPts val="1400"/>
              <a:buNone/>
              <a:defRPr b="0" i="0" sz="1800" u="none" cap="none" strike="noStrike"/>
            </a:lvl3pPr>
            <a:lvl4pPr indent="-228600" lvl="3" marL="1828800" marR="0" algn="l">
              <a:spcBef>
                <a:spcPts val="1200"/>
              </a:spcBef>
              <a:spcAft>
                <a:spcPts val="0"/>
              </a:spcAft>
              <a:buSzPts val="1400"/>
              <a:buNone/>
              <a:defRPr b="0" i="0" sz="1800" u="none" cap="none" strike="noStrike"/>
            </a:lvl4pPr>
            <a:lvl5pPr indent="-228600" lvl="4" marL="2286000" marR="0" algn="l">
              <a:spcBef>
                <a:spcPts val="1200"/>
              </a:spcBef>
              <a:spcAft>
                <a:spcPts val="0"/>
              </a:spcAft>
              <a:buSzPts val="1400"/>
              <a:buNone/>
              <a:defRPr b="0" i="0" sz="1800" u="none" cap="none" strike="noStrike"/>
            </a:lvl5pPr>
            <a:lvl6pPr indent="-228600" lvl="5" marL="2743200" marR="0" algn="l">
              <a:spcBef>
                <a:spcPts val="1200"/>
              </a:spcBef>
              <a:spcAft>
                <a:spcPts val="0"/>
              </a:spcAft>
              <a:buSzPts val="1400"/>
              <a:buNone/>
              <a:defRPr b="0" i="0" sz="1800" u="none" cap="none" strike="noStrike"/>
            </a:lvl6pPr>
            <a:lvl7pPr indent="-228600" lvl="6" marL="3200400" marR="0" algn="l">
              <a:spcBef>
                <a:spcPts val="1200"/>
              </a:spcBef>
              <a:spcAft>
                <a:spcPts val="0"/>
              </a:spcAft>
              <a:buSzPts val="1400"/>
              <a:buNone/>
              <a:defRPr b="0" i="0" sz="1800" u="none" cap="none" strike="noStrike"/>
            </a:lvl7pPr>
            <a:lvl8pPr indent="-228600" lvl="7" marL="3657600" marR="0" algn="l">
              <a:spcBef>
                <a:spcPts val="1200"/>
              </a:spcBef>
              <a:spcAft>
                <a:spcPts val="0"/>
              </a:spcAft>
              <a:buSzPts val="1400"/>
              <a:buNone/>
              <a:defRPr b="0" i="0" sz="1800" u="none" cap="none" strike="noStrike"/>
            </a:lvl8pPr>
            <a:lvl9pPr indent="-228600" lvl="8" marL="4114800" marR="0" algn="l">
              <a:spcBef>
                <a:spcPts val="1200"/>
              </a:spcBef>
              <a:spcAft>
                <a:spcPts val="1200"/>
              </a:spcAft>
              <a:buSzPts val="1400"/>
              <a:buNone/>
              <a:defRPr b="0" i="0" sz="1800" u="none" cap="none" strike="noStrike"/>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
  <p:cSld name="CUSTOM_1">
    <p:bg>
      <p:bgPr>
        <a:solidFill>
          <a:schemeClr val="lt1"/>
        </a:solidFill>
      </p:bgPr>
    </p:bg>
    <p:spTree>
      <p:nvGrpSpPr>
        <p:cNvPr id="61" name="Shape 61"/>
        <p:cNvGrpSpPr/>
        <p:nvPr/>
      </p:nvGrpSpPr>
      <p:grpSpPr>
        <a:xfrm>
          <a:off x="0" y="0"/>
          <a:ext cx="0" cy="0"/>
          <a:chOff x="0" y="0"/>
          <a:chExt cx="0" cy="0"/>
        </a:xfrm>
      </p:grpSpPr>
      <p:sp>
        <p:nvSpPr>
          <p:cNvPr id="62" name="Google Shape;62;p16"/>
          <p:cNvSpPr txBox="1"/>
          <p:nvPr>
            <p:ph type="title"/>
          </p:nvPr>
        </p:nvSpPr>
        <p:spPr>
          <a:xfrm>
            <a:off x="713160" y="794520"/>
            <a:ext cx="7717200" cy="698100"/>
          </a:xfrm>
          <a:prstGeom prst="rect">
            <a:avLst/>
          </a:prstGeom>
          <a:noFill/>
          <a:ln>
            <a:noFill/>
          </a:ln>
        </p:spPr>
        <p:txBody>
          <a:bodyPr anchorCtr="0" anchor="t" bIns="91425" lIns="91425" spcFirstLastPara="1" rIns="91425" wrap="square" tIns="91425">
            <a:noAutofit/>
          </a:bodyPr>
          <a:lstStyle>
            <a:lvl1pPr lvl="0" marR="0" algn="l">
              <a:spcBef>
                <a:spcPts val="0"/>
              </a:spcBef>
              <a:spcAft>
                <a:spcPts val="0"/>
              </a:spcAft>
              <a:buSzPts val="2800"/>
              <a:buNone/>
              <a:defRPr b="0" i="0" sz="1800" u="none" cap="none" strike="noStrike"/>
            </a:lvl1pPr>
            <a:lvl2pPr lvl="1" marR="0" algn="l">
              <a:spcBef>
                <a:spcPts val="0"/>
              </a:spcBef>
              <a:spcAft>
                <a:spcPts val="0"/>
              </a:spcAft>
              <a:buSzPts val="2800"/>
              <a:buNone/>
              <a:defRPr b="0" i="0" sz="1800" u="none" cap="none" strike="noStrike"/>
            </a:lvl2pPr>
            <a:lvl3pPr lvl="2" marR="0" algn="l">
              <a:spcBef>
                <a:spcPts val="0"/>
              </a:spcBef>
              <a:spcAft>
                <a:spcPts val="0"/>
              </a:spcAft>
              <a:buSzPts val="2800"/>
              <a:buNone/>
              <a:defRPr b="0" i="0" sz="1800" u="none" cap="none" strike="noStrike"/>
            </a:lvl3pPr>
            <a:lvl4pPr lvl="3" marR="0" algn="l">
              <a:spcBef>
                <a:spcPts val="0"/>
              </a:spcBef>
              <a:spcAft>
                <a:spcPts val="0"/>
              </a:spcAft>
              <a:buSzPts val="2800"/>
              <a:buNone/>
              <a:defRPr b="0" i="0" sz="1800" u="none" cap="none" strike="noStrike"/>
            </a:lvl4pPr>
            <a:lvl5pPr lvl="4" marR="0" algn="l">
              <a:spcBef>
                <a:spcPts val="0"/>
              </a:spcBef>
              <a:spcAft>
                <a:spcPts val="0"/>
              </a:spcAft>
              <a:buSzPts val="2800"/>
              <a:buNone/>
              <a:defRPr b="0" i="0" sz="1800" u="none" cap="none" strike="noStrike"/>
            </a:lvl5pPr>
            <a:lvl6pPr lvl="5" marR="0" algn="l">
              <a:spcBef>
                <a:spcPts val="0"/>
              </a:spcBef>
              <a:spcAft>
                <a:spcPts val="0"/>
              </a:spcAft>
              <a:buSzPts val="2800"/>
              <a:buNone/>
              <a:defRPr b="0" i="0" sz="1800" u="none" cap="none" strike="noStrike"/>
            </a:lvl6pPr>
            <a:lvl7pPr lvl="6" marR="0" algn="l">
              <a:spcBef>
                <a:spcPts val="0"/>
              </a:spcBef>
              <a:spcAft>
                <a:spcPts val="0"/>
              </a:spcAft>
              <a:buSzPts val="2800"/>
              <a:buNone/>
              <a:defRPr b="0" i="0" sz="1800" u="none" cap="none" strike="noStrike"/>
            </a:lvl7pPr>
            <a:lvl8pPr lvl="7" marR="0" algn="l">
              <a:spcBef>
                <a:spcPts val="0"/>
              </a:spcBef>
              <a:spcAft>
                <a:spcPts val="0"/>
              </a:spcAft>
              <a:buSzPts val="2800"/>
              <a:buNone/>
              <a:defRPr b="0" i="0" sz="1800" u="none" cap="none" strike="noStrike"/>
            </a:lvl8pPr>
            <a:lvl9pPr lvl="8" marR="0" algn="l">
              <a:spcBef>
                <a:spcPts val="0"/>
              </a:spcBef>
              <a:spcAft>
                <a:spcPts val="0"/>
              </a:spcAft>
              <a:buSzPts val="2800"/>
              <a:buNone/>
              <a:defRPr b="0" i="0" sz="1800" u="none" cap="none" strike="noStrike"/>
            </a:lvl9pPr>
          </a:lstStyle>
          <a:p/>
        </p:txBody>
      </p:sp>
      <p:sp>
        <p:nvSpPr>
          <p:cNvPr id="63" name="Google Shape;63;p16"/>
          <p:cNvSpPr txBox="1"/>
          <p:nvPr>
            <p:ph idx="1" type="body"/>
          </p:nvPr>
        </p:nvSpPr>
        <p:spPr>
          <a:xfrm>
            <a:off x="3352680" y="2398680"/>
            <a:ext cx="5077800" cy="1950000"/>
          </a:xfrm>
          <a:prstGeom prst="rect">
            <a:avLst/>
          </a:prstGeom>
          <a:noFill/>
          <a:ln>
            <a:noFill/>
          </a:ln>
        </p:spPr>
        <p:txBody>
          <a:bodyPr anchorCtr="0" anchor="t" bIns="91425" lIns="91425" spcFirstLastPara="1" rIns="91425" wrap="square" tIns="91425">
            <a:noAutofit/>
          </a:bodyPr>
          <a:lstStyle>
            <a:lvl1pPr indent="-228600" lvl="0" marL="457200" marR="0" algn="l">
              <a:spcBef>
                <a:spcPts val="0"/>
              </a:spcBef>
              <a:spcAft>
                <a:spcPts val="0"/>
              </a:spcAft>
              <a:buSzPts val="1800"/>
              <a:buNone/>
              <a:defRPr b="0" i="0" sz="1800" u="none" cap="none" strike="noStrike"/>
            </a:lvl1pPr>
            <a:lvl2pPr indent="-228600" lvl="1" marL="914400" marR="0" algn="l">
              <a:spcBef>
                <a:spcPts val="1200"/>
              </a:spcBef>
              <a:spcAft>
                <a:spcPts val="0"/>
              </a:spcAft>
              <a:buSzPts val="1400"/>
              <a:buNone/>
              <a:defRPr b="0" i="0" sz="1800" u="none" cap="none" strike="noStrike"/>
            </a:lvl2pPr>
            <a:lvl3pPr indent="-228600" lvl="2" marL="1371600" marR="0" algn="l">
              <a:spcBef>
                <a:spcPts val="1200"/>
              </a:spcBef>
              <a:spcAft>
                <a:spcPts val="0"/>
              </a:spcAft>
              <a:buSzPts val="1400"/>
              <a:buNone/>
              <a:defRPr b="0" i="0" sz="1800" u="none" cap="none" strike="noStrike"/>
            </a:lvl3pPr>
            <a:lvl4pPr indent="-228600" lvl="3" marL="1828800" marR="0" algn="l">
              <a:spcBef>
                <a:spcPts val="1200"/>
              </a:spcBef>
              <a:spcAft>
                <a:spcPts val="0"/>
              </a:spcAft>
              <a:buSzPts val="1400"/>
              <a:buNone/>
              <a:defRPr b="0" i="0" sz="1800" u="none" cap="none" strike="noStrike"/>
            </a:lvl4pPr>
            <a:lvl5pPr indent="-228600" lvl="4" marL="2286000" marR="0" algn="l">
              <a:spcBef>
                <a:spcPts val="1200"/>
              </a:spcBef>
              <a:spcAft>
                <a:spcPts val="0"/>
              </a:spcAft>
              <a:buSzPts val="1400"/>
              <a:buNone/>
              <a:defRPr b="0" i="0" sz="1800" u="none" cap="none" strike="noStrike"/>
            </a:lvl5pPr>
            <a:lvl6pPr indent="-228600" lvl="5" marL="2743200" marR="0" algn="l">
              <a:spcBef>
                <a:spcPts val="1200"/>
              </a:spcBef>
              <a:spcAft>
                <a:spcPts val="0"/>
              </a:spcAft>
              <a:buSzPts val="1400"/>
              <a:buNone/>
              <a:defRPr b="0" i="0" sz="1800" u="none" cap="none" strike="noStrike"/>
            </a:lvl6pPr>
            <a:lvl7pPr indent="-228600" lvl="6" marL="3200400" marR="0" algn="l">
              <a:spcBef>
                <a:spcPts val="1200"/>
              </a:spcBef>
              <a:spcAft>
                <a:spcPts val="0"/>
              </a:spcAft>
              <a:buSzPts val="1400"/>
              <a:buNone/>
              <a:defRPr b="0" i="0" sz="1800" u="none" cap="none" strike="noStrike"/>
            </a:lvl7pPr>
            <a:lvl8pPr indent="-228600" lvl="7" marL="3657600" marR="0" algn="l">
              <a:spcBef>
                <a:spcPts val="1200"/>
              </a:spcBef>
              <a:spcAft>
                <a:spcPts val="0"/>
              </a:spcAft>
              <a:buSzPts val="1400"/>
              <a:buNone/>
              <a:defRPr b="0" i="0" sz="1800" u="none" cap="none" strike="noStrike"/>
            </a:lvl8pPr>
            <a:lvl9pPr indent="-228600" lvl="8" marL="4114800" marR="0" algn="l">
              <a:spcBef>
                <a:spcPts val="1200"/>
              </a:spcBef>
              <a:spcAft>
                <a:spcPts val="1200"/>
              </a:spcAft>
              <a:buSzPts val="1400"/>
              <a:buNone/>
              <a:defRPr b="0" i="0" sz="1800" u="none" cap="none" strike="noStrike"/>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jpg"/><Relationship Id="rId4" Type="http://schemas.openxmlformats.org/officeDocument/2006/relationships/hyperlink" Target="http://1.ch" TargetMode="External"/><Relationship Id="rId5" Type="http://schemas.openxmlformats.org/officeDocument/2006/relationships/hyperlink" Target="http://2.ch"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pic>
        <p:nvPicPr>
          <p:cNvPr id="68" name="Google Shape;68;p17"/>
          <p:cNvPicPr preferRelativeResize="0"/>
          <p:nvPr/>
        </p:nvPicPr>
        <p:blipFill rotWithShape="1">
          <a:blip r:embed="rId3">
            <a:alphaModFix/>
          </a:blip>
          <a:srcRect b="3287" l="0" r="0" t="3297"/>
          <a:stretch/>
        </p:blipFill>
        <p:spPr>
          <a:xfrm>
            <a:off x="5702760" y="0"/>
            <a:ext cx="3669480" cy="5143320"/>
          </a:xfrm>
          <a:prstGeom prst="rect">
            <a:avLst/>
          </a:prstGeom>
          <a:noFill/>
          <a:ln>
            <a:noFill/>
          </a:ln>
        </p:spPr>
      </p:pic>
      <p:sp>
        <p:nvSpPr>
          <p:cNvPr id="69" name="Google Shape;69;p17"/>
          <p:cNvSpPr txBox="1"/>
          <p:nvPr>
            <p:ph type="title"/>
          </p:nvPr>
        </p:nvSpPr>
        <p:spPr>
          <a:xfrm>
            <a:off x="485650" y="1438200"/>
            <a:ext cx="4704900" cy="2394900"/>
          </a:xfrm>
          <a:prstGeom prst="rect">
            <a:avLst/>
          </a:prstGeom>
          <a:noFill/>
          <a:ln>
            <a:noFill/>
          </a:ln>
        </p:spPr>
        <p:txBody>
          <a:bodyPr anchorCtr="0" anchor="b" bIns="91425" lIns="91425" spcFirstLastPara="1" rIns="91425" wrap="square" tIns="91425">
            <a:normAutofit fontScale="90000"/>
          </a:bodyPr>
          <a:lstStyle/>
          <a:p>
            <a:pPr indent="0" lvl="0" marL="0" marR="0" rtl="0" algn="l">
              <a:lnSpc>
                <a:spcPct val="100000"/>
              </a:lnSpc>
              <a:spcBef>
                <a:spcPts val="0"/>
              </a:spcBef>
              <a:spcAft>
                <a:spcPts val="0"/>
              </a:spcAft>
              <a:buClr>
                <a:schemeClr val="dk1"/>
              </a:buClr>
              <a:buSzPct val="100000"/>
              <a:buFont typeface="Syncopate"/>
              <a:buNone/>
            </a:pPr>
            <a:r>
              <a:rPr b="0" i="0" lang="en-GB" sz="4800" u="none" cap="none" strike="noStrike">
                <a:solidFill>
                  <a:schemeClr val="dk1"/>
                </a:solidFill>
                <a:latin typeface="Syncopate"/>
                <a:ea typeface="Syncopate"/>
                <a:cs typeface="Syncopate"/>
                <a:sym typeface="Syncopate"/>
              </a:rPr>
              <a:t>SB FOODS – Online Food Ordering Platform</a:t>
            </a:r>
            <a:endParaRPr b="0" i="0" sz="4800" u="none" cap="none" strike="noStrike">
              <a:solidFill>
                <a:schemeClr val="dk1"/>
              </a:solidFill>
              <a:latin typeface="Arial"/>
              <a:ea typeface="Arial"/>
              <a:cs typeface="Arial"/>
              <a:sym typeface="Arial"/>
            </a:endParaRPr>
          </a:p>
        </p:txBody>
      </p:sp>
      <p:sp>
        <p:nvSpPr>
          <p:cNvPr id="70" name="Google Shape;70;p17"/>
          <p:cNvSpPr txBox="1"/>
          <p:nvPr>
            <p:ph idx="4294967295" type="subTitle"/>
          </p:nvPr>
        </p:nvSpPr>
        <p:spPr>
          <a:xfrm>
            <a:off x="610975" y="4070425"/>
            <a:ext cx="4579800" cy="433500"/>
          </a:xfrm>
          <a:prstGeom prst="rect">
            <a:avLst/>
          </a:prstGeom>
          <a:noFill/>
          <a:ln>
            <a:noFill/>
          </a:ln>
        </p:spPr>
        <p:txBody>
          <a:bodyPr anchorCtr="0" anchor="t" bIns="91425" lIns="91425" spcFirstLastPara="1" rIns="91425" wrap="square" tIns="91425">
            <a:normAutofit/>
          </a:bodyPr>
          <a:lstStyle/>
          <a:p>
            <a:pPr indent="0" lvl="0" marL="0" marR="0" rtl="0" algn="r">
              <a:lnSpc>
                <a:spcPct val="100000"/>
              </a:lnSpc>
              <a:spcBef>
                <a:spcPts val="0"/>
              </a:spcBef>
              <a:spcAft>
                <a:spcPts val="1200"/>
              </a:spcAft>
              <a:buClr>
                <a:schemeClr val="dk1"/>
              </a:buClr>
              <a:buSzPts val="1600"/>
              <a:buFont typeface="Cabin"/>
              <a:buNone/>
            </a:pPr>
            <a:r>
              <a:rPr b="0" i="0" lang="en-GB" sz="1600" u="none" cap="none" strike="noStrike">
                <a:solidFill>
                  <a:schemeClr val="dk1"/>
                </a:solidFill>
                <a:latin typeface="Cabin"/>
                <a:ea typeface="Cabin"/>
                <a:cs typeface="Cabin"/>
                <a:sym typeface="Cabin"/>
              </a:rPr>
              <a:t>An Innovative Solution for Seamless Food Delivery</a:t>
            </a:r>
            <a:endParaRPr b="0" i="0" sz="1600" u="none" cap="none" strike="noStrike">
              <a:solidFill>
                <a:srgbClr val="000000"/>
              </a:solidFill>
              <a:latin typeface="Noto Sans Symbols"/>
              <a:ea typeface="Noto Sans Symbols"/>
              <a:cs typeface="Noto Sans Symbols"/>
              <a:sym typeface="Noto Sans Symbol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pic>
        <p:nvPicPr>
          <p:cNvPr id="75" name="Google Shape;75;p18"/>
          <p:cNvPicPr preferRelativeResize="0"/>
          <p:nvPr/>
        </p:nvPicPr>
        <p:blipFill rotWithShape="1">
          <a:blip r:embed="rId3">
            <a:alphaModFix/>
          </a:blip>
          <a:srcRect b="0" l="5252" r="5251" t="0"/>
          <a:stretch/>
        </p:blipFill>
        <p:spPr>
          <a:xfrm>
            <a:off x="0" y="0"/>
            <a:ext cx="3067920" cy="5143320"/>
          </a:xfrm>
          <a:prstGeom prst="rect">
            <a:avLst/>
          </a:prstGeom>
          <a:noFill/>
          <a:ln>
            <a:noFill/>
          </a:ln>
        </p:spPr>
      </p:pic>
      <p:sp>
        <p:nvSpPr>
          <p:cNvPr id="76" name="Google Shape;76;p18"/>
          <p:cNvSpPr txBox="1"/>
          <p:nvPr>
            <p:ph idx="1" type="body"/>
          </p:nvPr>
        </p:nvSpPr>
        <p:spPr>
          <a:xfrm>
            <a:off x="3790800" y="1962000"/>
            <a:ext cx="4657320" cy="221904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1200"/>
              </a:spcAft>
              <a:buClr>
                <a:schemeClr val="dk1"/>
              </a:buClr>
              <a:buSzPts val="1400"/>
              <a:buFont typeface="Cabin"/>
              <a:buNone/>
            </a:pPr>
            <a:r>
              <a:rPr b="0" lang="en-GB" sz="1400" u="none" strike="noStrike">
                <a:solidFill>
                  <a:schemeClr val="dk1"/>
                </a:solidFill>
                <a:latin typeface="Cabin"/>
                <a:ea typeface="Cabin"/>
                <a:cs typeface="Cabin"/>
                <a:sym typeface="Cabin"/>
              </a:rPr>
              <a:t>SB FOODS is an advanced online food ordering platform designed to enhance the user experience in food delivery. This project addresses common challenges faced by users and aims to provide a seamless, efficient, and enjoyable ordering process. The platform contributes to a more efficient food delivery ecosystem, catering to diverse customer needs and preferences.</a:t>
            </a:r>
            <a:endParaRPr b="0" sz="1400" u="none" strike="noStrike">
              <a:solidFill>
                <a:srgbClr val="000000"/>
              </a:solidFill>
              <a:latin typeface="Arial"/>
              <a:ea typeface="Arial"/>
              <a:cs typeface="Arial"/>
              <a:sym typeface="Arial"/>
            </a:endParaRPr>
          </a:p>
        </p:txBody>
      </p:sp>
      <p:sp>
        <p:nvSpPr>
          <p:cNvPr id="77" name="Google Shape;77;p18"/>
          <p:cNvSpPr txBox="1"/>
          <p:nvPr>
            <p:ph type="title"/>
          </p:nvPr>
        </p:nvSpPr>
        <p:spPr>
          <a:xfrm>
            <a:off x="3409920" y="447840"/>
            <a:ext cx="4657320" cy="100944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chemeClr val="dk1"/>
              </a:buClr>
              <a:buSzPts val="3000"/>
              <a:buFont typeface="Syncopate"/>
              <a:buNone/>
            </a:pPr>
            <a:r>
              <a:rPr b="0" i="0" lang="en-GB" sz="3000" u="none" cap="none" strike="noStrike">
                <a:solidFill>
                  <a:schemeClr val="dk1"/>
                </a:solidFill>
                <a:latin typeface="Syncopate"/>
                <a:ea typeface="Syncopate"/>
                <a:cs typeface="Syncopate"/>
                <a:sym typeface="Syncopate"/>
              </a:rPr>
              <a:t>Introduction</a:t>
            </a:r>
            <a:endParaRPr b="0" i="0" sz="30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9"/>
          <p:cNvSpPr txBox="1"/>
          <p:nvPr>
            <p:ph type="title"/>
          </p:nvPr>
        </p:nvSpPr>
        <p:spPr>
          <a:xfrm>
            <a:off x="781200" y="1828800"/>
            <a:ext cx="4362120" cy="14094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Clr>
                <a:schemeClr val="dk1"/>
              </a:buClr>
              <a:buSzPts val="3900"/>
              <a:buFont typeface="Syncopate"/>
              <a:buNone/>
            </a:pPr>
            <a:r>
              <a:rPr b="0" lang="en-GB" sz="3900" u="none" strike="noStrike">
                <a:solidFill>
                  <a:schemeClr val="dk1"/>
                </a:solidFill>
                <a:latin typeface="Syncopate"/>
                <a:ea typeface="Syncopate"/>
                <a:cs typeface="Syncopate"/>
                <a:sym typeface="Syncopate"/>
              </a:rPr>
              <a:t>Project Overview</a:t>
            </a:r>
            <a:endParaRPr b="0" sz="3900" u="none" strike="noStrike">
              <a:solidFill>
                <a:schemeClr val="dk1"/>
              </a:solidFill>
              <a:latin typeface="Arial"/>
              <a:ea typeface="Arial"/>
              <a:cs typeface="Arial"/>
              <a:sym typeface="Arial"/>
            </a:endParaRPr>
          </a:p>
        </p:txBody>
      </p:sp>
      <p:sp>
        <p:nvSpPr>
          <p:cNvPr id="83" name="Google Shape;83;p19"/>
          <p:cNvSpPr txBox="1"/>
          <p:nvPr>
            <p:ph type="title"/>
          </p:nvPr>
        </p:nvSpPr>
        <p:spPr>
          <a:xfrm>
            <a:off x="4238640" y="638280"/>
            <a:ext cx="1285560" cy="828360"/>
          </a:xfrm>
          <a:prstGeom prst="rect">
            <a:avLst/>
          </a:prstGeom>
          <a:noFill/>
          <a:ln>
            <a:noFill/>
          </a:ln>
        </p:spPr>
        <p:txBody>
          <a:bodyPr anchorCtr="0" anchor="ctr" bIns="91425" lIns="91425" spcFirstLastPara="1" rIns="91425" wrap="square" tIns="91425">
            <a:normAutofit lnSpcReduction="9999"/>
          </a:bodyPr>
          <a:lstStyle/>
          <a:p>
            <a:pPr indent="0" lvl="0" marL="0" rtl="0" algn="l">
              <a:lnSpc>
                <a:spcPct val="100000"/>
              </a:lnSpc>
              <a:spcBef>
                <a:spcPts val="0"/>
              </a:spcBef>
              <a:spcAft>
                <a:spcPts val="0"/>
              </a:spcAft>
              <a:buClr>
                <a:schemeClr val="dk1"/>
              </a:buClr>
              <a:buSzPts val="4300"/>
              <a:buFont typeface="Syncopate"/>
              <a:buNone/>
            </a:pPr>
            <a:r>
              <a:rPr b="0" lang="en-GB" sz="4300" u="none" strike="noStrike">
                <a:solidFill>
                  <a:schemeClr val="dk1"/>
                </a:solidFill>
                <a:latin typeface="Syncopate"/>
                <a:ea typeface="Syncopate"/>
                <a:cs typeface="Syncopate"/>
                <a:sym typeface="Syncopate"/>
              </a:rPr>
              <a:t>01</a:t>
            </a:r>
            <a:endParaRPr b="0" sz="4300" u="none" strike="noStrike">
              <a:solidFill>
                <a:schemeClr val="dk1"/>
              </a:solidFill>
              <a:latin typeface="Arial"/>
              <a:ea typeface="Arial"/>
              <a:cs typeface="Arial"/>
              <a:sym typeface="Arial"/>
            </a:endParaRPr>
          </a:p>
        </p:txBody>
      </p:sp>
      <p:sp>
        <p:nvSpPr>
          <p:cNvPr id="84" name="Google Shape;84;p19"/>
          <p:cNvSpPr txBox="1"/>
          <p:nvPr>
            <p:ph idx="4294967295" type="subTitle"/>
          </p:nvPr>
        </p:nvSpPr>
        <p:spPr>
          <a:xfrm>
            <a:off x="781200" y="3295800"/>
            <a:ext cx="2695320" cy="647280"/>
          </a:xfrm>
          <a:prstGeom prst="rect">
            <a:avLst/>
          </a:prstGeom>
          <a:noFill/>
          <a:ln>
            <a:noFill/>
          </a:ln>
        </p:spPr>
        <p:txBody>
          <a:bodyPr anchorCtr="0" anchor="t" bIns="91425" lIns="91425" spcFirstLastPara="1" rIns="91425" wrap="square" tIns="91425">
            <a:normAutofit/>
          </a:bodyPr>
          <a:lstStyle/>
          <a:p>
            <a:pPr indent="0" lvl="0" marL="0" marR="0" rtl="0" algn="ctr">
              <a:spcBef>
                <a:spcPts val="0"/>
              </a:spcBef>
              <a:spcAft>
                <a:spcPts val="1200"/>
              </a:spcAft>
              <a:buSzPts val="1600"/>
              <a:buFont typeface="Arial"/>
              <a:buNone/>
            </a:pPr>
            <a:r>
              <a:t/>
            </a:r>
            <a:endParaRPr b="0" i="0" sz="1600" u="none" cap="none" strike="noStrike">
              <a:solidFill>
                <a:schemeClr val="dk1"/>
              </a:solidFill>
              <a:latin typeface="Cabin"/>
              <a:ea typeface="Cabin"/>
              <a:cs typeface="Cabin"/>
              <a:sym typeface="Cabin"/>
            </a:endParaRPr>
          </a:p>
        </p:txBody>
      </p:sp>
      <p:pic>
        <p:nvPicPr>
          <p:cNvPr id="85" name="Google Shape;85;p19"/>
          <p:cNvPicPr preferRelativeResize="0"/>
          <p:nvPr/>
        </p:nvPicPr>
        <p:blipFill rotWithShape="1">
          <a:blip r:embed="rId3">
            <a:alphaModFix/>
          </a:blip>
          <a:srcRect b="4554" l="0" r="0" t="4545"/>
          <a:stretch/>
        </p:blipFill>
        <p:spPr>
          <a:xfrm>
            <a:off x="5372640" y="0"/>
            <a:ext cx="3771000" cy="514332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pic>
        <p:nvPicPr>
          <p:cNvPr id="90" name="Google Shape;90;p20"/>
          <p:cNvPicPr preferRelativeResize="0"/>
          <p:nvPr/>
        </p:nvPicPr>
        <p:blipFill rotWithShape="1">
          <a:blip r:embed="rId3">
            <a:alphaModFix/>
          </a:blip>
          <a:srcRect b="0" l="5252" r="5251" t="0"/>
          <a:stretch/>
        </p:blipFill>
        <p:spPr>
          <a:xfrm>
            <a:off x="0" y="0"/>
            <a:ext cx="3067920" cy="5143320"/>
          </a:xfrm>
          <a:prstGeom prst="rect">
            <a:avLst/>
          </a:prstGeom>
          <a:noFill/>
          <a:ln>
            <a:noFill/>
          </a:ln>
        </p:spPr>
      </p:pic>
      <p:sp>
        <p:nvSpPr>
          <p:cNvPr id="91" name="Google Shape;91;p20"/>
          <p:cNvSpPr txBox="1"/>
          <p:nvPr>
            <p:ph idx="1" type="body"/>
          </p:nvPr>
        </p:nvSpPr>
        <p:spPr>
          <a:xfrm>
            <a:off x="3790800" y="1962000"/>
            <a:ext cx="4657320" cy="221904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1200"/>
              </a:spcAft>
              <a:buClr>
                <a:schemeClr val="dk1"/>
              </a:buClr>
              <a:buSzPts val="1400"/>
              <a:buFont typeface="Cabin"/>
              <a:buNone/>
            </a:pPr>
            <a:r>
              <a:rPr b="0" lang="en-GB" sz="1400" u="none" strike="noStrike">
                <a:solidFill>
                  <a:schemeClr val="dk1"/>
                </a:solidFill>
                <a:latin typeface="Cabin"/>
                <a:ea typeface="Cabin"/>
                <a:cs typeface="Cabin"/>
                <a:sym typeface="Cabin"/>
              </a:rPr>
              <a:t>The primary goal of developing SB FOODS was to solve significant UX challenges in food delivery applications. By focusing on user-centric design and implementing features that enhance interaction, this platform aims to streamline the ordering process, increase customer satisfaction, and ultimately improve food delivery experiences for everyone involved.</a:t>
            </a:r>
            <a:endParaRPr b="0" sz="1400" u="none" strike="noStrike">
              <a:solidFill>
                <a:srgbClr val="000000"/>
              </a:solidFill>
              <a:latin typeface="Arial"/>
              <a:ea typeface="Arial"/>
              <a:cs typeface="Arial"/>
              <a:sym typeface="Arial"/>
            </a:endParaRPr>
          </a:p>
        </p:txBody>
      </p:sp>
      <p:sp>
        <p:nvSpPr>
          <p:cNvPr id="92" name="Google Shape;92;p20"/>
          <p:cNvSpPr txBox="1"/>
          <p:nvPr>
            <p:ph type="title"/>
          </p:nvPr>
        </p:nvSpPr>
        <p:spPr>
          <a:xfrm>
            <a:off x="3409920" y="447840"/>
            <a:ext cx="4657320" cy="1009440"/>
          </a:xfrm>
          <a:prstGeom prst="rect">
            <a:avLst/>
          </a:prstGeom>
          <a:noFill/>
          <a:ln>
            <a:noFill/>
          </a:ln>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Clr>
                <a:schemeClr val="dk1"/>
              </a:buClr>
              <a:buSzPct val="100000"/>
              <a:buFont typeface="Syncopate"/>
              <a:buNone/>
            </a:pPr>
            <a:r>
              <a:rPr b="0" i="0" lang="en-GB" sz="3000" u="none" cap="none" strike="noStrike">
                <a:solidFill>
                  <a:schemeClr val="dk1"/>
                </a:solidFill>
                <a:latin typeface="Syncopate"/>
                <a:ea typeface="Syncopate"/>
                <a:cs typeface="Syncopate"/>
                <a:sym typeface="Syncopate"/>
              </a:rPr>
              <a:t>Purpose of Development</a:t>
            </a:r>
            <a:endParaRPr b="0" i="0" sz="30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1"/>
          <p:cNvSpPr txBox="1"/>
          <p:nvPr>
            <p:ph type="title"/>
          </p:nvPr>
        </p:nvSpPr>
        <p:spPr>
          <a:xfrm>
            <a:off x="714240" y="790560"/>
            <a:ext cx="7714800" cy="694800"/>
          </a:xfrm>
          <a:prstGeom prst="rect">
            <a:avLst/>
          </a:prstGeom>
          <a:noFill/>
          <a:ln>
            <a:noFill/>
          </a:ln>
        </p:spPr>
        <p:txBody>
          <a:bodyPr anchorCtr="0" anchor="t" bIns="91425" lIns="91425" spcFirstLastPara="1" rIns="91425" wrap="square" tIns="91425">
            <a:normAutofit fontScale="92500" lnSpcReduction="9999"/>
          </a:bodyPr>
          <a:lstStyle/>
          <a:p>
            <a:pPr indent="0" lvl="0" marL="0" rtl="0" algn="l">
              <a:lnSpc>
                <a:spcPct val="100000"/>
              </a:lnSpc>
              <a:spcBef>
                <a:spcPts val="0"/>
              </a:spcBef>
              <a:spcAft>
                <a:spcPts val="0"/>
              </a:spcAft>
              <a:buClr>
                <a:schemeClr val="dk1"/>
              </a:buClr>
              <a:buSzPct val="100000"/>
              <a:buFont typeface="Syncopate"/>
              <a:buNone/>
            </a:pPr>
            <a:r>
              <a:rPr b="0" lang="en-GB" sz="4000" u="none" strike="noStrike">
                <a:solidFill>
                  <a:schemeClr val="dk1"/>
                </a:solidFill>
                <a:latin typeface="Syncopate"/>
                <a:ea typeface="Syncopate"/>
                <a:cs typeface="Syncopate"/>
                <a:sym typeface="Syncopate"/>
              </a:rPr>
              <a:t>Target Audience</a:t>
            </a:r>
            <a:endParaRPr b="0" sz="4000" u="none" strike="noStrike">
              <a:solidFill>
                <a:schemeClr val="dk1"/>
              </a:solidFill>
              <a:latin typeface="Arial"/>
              <a:ea typeface="Arial"/>
              <a:cs typeface="Arial"/>
              <a:sym typeface="Arial"/>
            </a:endParaRPr>
          </a:p>
        </p:txBody>
      </p:sp>
      <p:sp>
        <p:nvSpPr>
          <p:cNvPr id="98" name="Google Shape;98;p21"/>
          <p:cNvSpPr txBox="1"/>
          <p:nvPr>
            <p:ph idx="1" type="body"/>
          </p:nvPr>
        </p:nvSpPr>
        <p:spPr>
          <a:xfrm>
            <a:off x="3352680" y="2400480"/>
            <a:ext cx="5076360" cy="195228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1200"/>
              </a:spcAft>
              <a:buClr>
                <a:schemeClr val="dk1"/>
              </a:buClr>
              <a:buSzPts val="1200"/>
              <a:buFont typeface="Cabin"/>
              <a:buNone/>
            </a:pPr>
            <a:r>
              <a:rPr b="0" i="0" lang="en-GB" sz="1200" u="none" cap="none" strike="noStrike">
                <a:solidFill>
                  <a:schemeClr val="dk1"/>
                </a:solidFill>
                <a:latin typeface="Cabin"/>
                <a:ea typeface="Cabin"/>
                <a:cs typeface="Cabin"/>
                <a:sym typeface="Cabin"/>
              </a:rPr>
              <a:t>The target audience for SB FOODS includes tech-savvy individuals, busy professionals, and food enthusiasts seeking a convenient way to order meals online. It also caters to families looking for easy meal solutions and restaurants aiming to expand their customer base through improved digital interaction. By addressing diverse needs, the platform ensures user satisfaction across various demographics.</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2"/>
          <p:cNvSpPr txBox="1"/>
          <p:nvPr>
            <p:ph type="title"/>
          </p:nvPr>
        </p:nvSpPr>
        <p:spPr>
          <a:xfrm>
            <a:off x="714240" y="790560"/>
            <a:ext cx="7714800" cy="694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100000"/>
              <a:buFont typeface="Syncopate"/>
              <a:buNone/>
            </a:pPr>
            <a:r>
              <a:rPr b="0" lang="en-GB" sz="4000" u="none" strike="noStrike">
                <a:solidFill>
                  <a:schemeClr val="dk1"/>
                </a:solidFill>
                <a:latin typeface="Syncopate"/>
                <a:ea typeface="Syncopate"/>
                <a:cs typeface="Syncopate"/>
                <a:sym typeface="Syncopate"/>
              </a:rPr>
              <a:t>Introduction to SB FOODS</a:t>
            </a:r>
            <a:endParaRPr b="0" sz="4000" u="none" strike="noStrike">
              <a:solidFill>
                <a:schemeClr val="dk1"/>
              </a:solidFill>
              <a:latin typeface="Arial"/>
              <a:ea typeface="Arial"/>
              <a:cs typeface="Arial"/>
              <a:sym typeface="Arial"/>
            </a:endParaRPr>
          </a:p>
        </p:txBody>
      </p:sp>
      <p:sp>
        <p:nvSpPr>
          <p:cNvPr id="104" name="Google Shape;104;p22"/>
          <p:cNvSpPr txBox="1"/>
          <p:nvPr>
            <p:ph idx="1" type="body"/>
          </p:nvPr>
        </p:nvSpPr>
        <p:spPr>
          <a:xfrm>
            <a:off x="3352680" y="2400480"/>
            <a:ext cx="5076360" cy="195228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1200"/>
              </a:spcAft>
              <a:buClr>
                <a:schemeClr val="dk1"/>
              </a:buClr>
              <a:buSzPts val="1200"/>
              <a:buFont typeface="Cabin"/>
              <a:buNone/>
            </a:pPr>
            <a:r>
              <a:rPr b="0" i="0" lang="en-GB" sz="1200" u="none" cap="none" strike="noStrike">
                <a:solidFill>
                  <a:schemeClr val="dk1"/>
                </a:solidFill>
                <a:latin typeface="Cabin"/>
                <a:ea typeface="Cabin"/>
                <a:cs typeface="Cabin"/>
                <a:sym typeface="Cabin"/>
              </a:rPr>
              <a:t>SB FOODS revolutionizes online food ordering by merging user-friendly design with powerful functionality. Built on a robust tech stack, it ensures quick access to restaurant menus and simplifies the ordering process. The platform allows users to explore various cuisines, making it easier to satisfy their cravings efficiently.</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3"/>
          <p:cNvSpPr txBox="1"/>
          <p:nvPr>
            <p:ph type="title"/>
          </p:nvPr>
        </p:nvSpPr>
        <p:spPr>
          <a:xfrm>
            <a:off x="781200" y="1828800"/>
            <a:ext cx="4362120" cy="14094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Clr>
                <a:schemeClr val="dk1"/>
              </a:buClr>
              <a:buSzPts val="3900"/>
              <a:buFont typeface="Syncopate"/>
              <a:buNone/>
            </a:pPr>
            <a:r>
              <a:rPr b="0" lang="en-GB" sz="3900" u="none" strike="noStrike">
                <a:solidFill>
                  <a:schemeClr val="dk1"/>
                </a:solidFill>
                <a:latin typeface="Syncopate"/>
                <a:ea typeface="Syncopate"/>
                <a:cs typeface="Syncopate"/>
                <a:sym typeface="Syncopate"/>
              </a:rPr>
              <a:t>Problem Statement</a:t>
            </a:r>
            <a:endParaRPr b="0" sz="3900" u="none" strike="noStrike">
              <a:solidFill>
                <a:schemeClr val="dk1"/>
              </a:solidFill>
              <a:latin typeface="Arial"/>
              <a:ea typeface="Arial"/>
              <a:cs typeface="Arial"/>
              <a:sym typeface="Arial"/>
            </a:endParaRPr>
          </a:p>
        </p:txBody>
      </p:sp>
      <p:sp>
        <p:nvSpPr>
          <p:cNvPr id="110" name="Google Shape;110;p23"/>
          <p:cNvSpPr txBox="1"/>
          <p:nvPr>
            <p:ph type="title"/>
          </p:nvPr>
        </p:nvSpPr>
        <p:spPr>
          <a:xfrm>
            <a:off x="4238640" y="638280"/>
            <a:ext cx="1285560" cy="828360"/>
          </a:xfrm>
          <a:prstGeom prst="rect">
            <a:avLst/>
          </a:prstGeom>
          <a:noFill/>
          <a:ln>
            <a:noFill/>
          </a:ln>
        </p:spPr>
        <p:txBody>
          <a:bodyPr anchorCtr="0" anchor="ctr" bIns="91425" lIns="91425" spcFirstLastPara="1" rIns="91425" wrap="square" tIns="91425">
            <a:normAutofit lnSpcReduction="9999"/>
          </a:bodyPr>
          <a:lstStyle/>
          <a:p>
            <a:pPr indent="0" lvl="0" marL="0" rtl="0" algn="l">
              <a:lnSpc>
                <a:spcPct val="100000"/>
              </a:lnSpc>
              <a:spcBef>
                <a:spcPts val="0"/>
              </a:spcBef>
              <a:spcAft>
                <a:spcPts val="0"/>
              </a:spcAft>
              <a:buClr>
                <a:schemeClr val="dk1"/>
              </a:buClr>
              <a:buSzPts val="4300"/>
              <a:buFont typeface="Syncopate"/>
              <a:buNone/>
            </a:pPr>
            <a:r>
              <a:rPr b="0" lang="en-GB" sz="4300" u="none" strike="noStrike">
                <a:solidFill>
                  <a:schemeClr val="dk1"/>
                </a:solidFill>
                <a:latin typeface="Syncopate"/>
                <a:ea typeface="Syncopate"/>
                <a:cs typeface="Syncopate"/>
                <a:sym typeface="Syncopate"/>
              </a:rPr>
              <a:t>02</a:t>
            </a:r>
            <a:endParaRPr b="0" sz="4300" u="none" strike="noStrike">
              <a:solidFill>
                <a:schemeClr val="dk1"/>
              </a:solidFill>
              <a:latin typeface="Arial"/>
              <a:ea typeface="Arial"/>
              <a:cs typeface="Arial"/>
              <a:sym typeface="Arial"/>
            </a:endParaRPr>
          </a:p>
        </p:txBody>
      </p:sp>
      <p:sp>
        <p:nvSpPr>
          <p:cNvPr id="111" name="Google Shape;111;p23"/>
          <p:cNvSpPr txBox="1"/>
          <p:nvPr>
            <p:ph idx="1" type="body"/>
          </p:nvPr>
        </p:nvSpPr>
        <p:spPr>
          <a:xfrm>
            <a:off x="781200" y="3295800"/>
            <a:ext cx="2695320" cy="647280"/>
          </a:xfrm>
          <a:prstGeom prst="rect">
            <a:avLst/>
          </a:prstGeom>
          <a:noFill/>
          <a:ln>
            <a:noFill/>
          </a:ln>
        </p:spPr>
        <p:txBody>
          <a:bodyPr anchorCtr="0" anchor="t" bIns="91425" lIns="91425" spcFirstLastPara="1" rIns="91425" wrap="square" tIns="91425">
            <a:normAutofit/>
          </a:bodyPr>
          <a:lstStyle/>
          <a:p>
            <a:pPr indent="0" lvl="0" marL="0" marR="0" rtl="0" algn="ctr">
              <a:spcBef>
                <a:spcPts val="0"/>
              </a:spcBef>
              <a:spcAft>
                <a:spcPts val="1200"/>
              </a:spcAft>
              <a:buSzPts val="1600"/>
              <a:buFont typeface="Arial"/>
              <a:buNone/>
            </a:pPr>
            <a:r>
              <a:t/>
            </a:r>
            <a:endParaRPr b="0" i="0" sz="1600" u="none" cap="none" strike="noStrike">
              <a:solidFill>
                <a:schemeClr val="dk1"/>
              </a:solidFill>
              <a:latin typeface="Cabin"/>
              <a:ea typeface="Cabin"/>
              <a:cs typeface="Cabin"/>
              <a:sym typeface="Cabin"/>
            </a:endParaRPr>
          </a:p>
        </p:txBody>
      </p:sp>
      <p:pic>
        <p:nvPicPr>
          <p:cNvPr id="112" name="Google Shape;112;p23"/>
          <p:cNvPicPr preferRelativeResize="0"/>
          <p:nvPr/>
        </p:nvPicPr>
        <p:blipFill rotWithShape="1">
          <a:blip r:embed="rId3">
            <a:alphaModFix/>
          </a:blip>
          <a:srcRect b="4554" l="0" r="0" t="4545"/>
          <a:stretch/>
        </p:blipFill>
        <p:spPr>
          <a:xfrm>
            <a:off x="5372640" y="0"/>
            <a:ext cx="3771000" cy="514332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4"/>
          <p:cNvSpPr txBox="1"/>
          <p:nvPr>
            <p:ph type="title"/>
          </p:nvPr>
        </p:nvSpPr>
        <p:spPr>
          <a:xfrm>
            <a:off x="714240" y="790560"/>
            <a:ext cx="7714800" cy="694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100000"/>
              <a:buFont typeface="Syncopate"/>
              <a:buNone/>
            </a:pPr>
            <a:r>
              <a:rPr b="0" lang="en-GB" sz="4000" u="none" strike="noStrike">
                <a:solidFill>
                  <a:schemeClr val="dk1"/>
                </a:solidFill>
                <a:latin typeface="Syncopate"/>
                <a:ea typeface="Syncopate"/>
                <a:cs typeface="Syncopate"/>
                <a:sym typeface="Syncopate"/>
              </a:rPr>
              <a:t>UX Challenges in Food Delivery</a:t>
            </a:r>
            <a:endParaRPr b="0" sz="4000" u="none" strike="noStrike">
              <a:solidFill>
                <a:schemeClr val="dk1"/>
              </a:solidFill>
              <a:latin typeface="Arial"/>
              <a:ea typeface="Arial"/>
              <a:cs typeface="Arial"/>
              <a:sym typeface="Arial"/>
            </a:endParaRPr>
          </a:p>
        </p:txBody>
      </p:sp>
      <p:sp>
        <p:nvSpPr>
          <p:cNvPr id="118" name="Google Shape;118;p24"/>
          <p:cNvSpPr txBox="1"/>
          <p:nvPr>
            <p:ph idx="1" type="body"/>
          </p:nvPr>
        </p:nvSpPr>
        <p:spPr>
          <a:xfrm>
            <a:off x="3352680" y="2400480"/>
            <a:ext cx="5076360" cy="195228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1200"/>
              </a:spcAft>
              <a:buClr>
                <a:schemeClr val="dk1"/>
              </a:buClr>
              <a:buSzPts val="1200"/>
              <a:buFont typeface="Cabin"/>
              <a:buNone/>
            </a:pPr>
            <a:r>
              <a:rPr b="0" i="0" lang="en-GB" sz="1200" u="none" cap="none" strike="noStrike">
                <a:solidFill>
                  <a:schemeClr val="dk1"/>
                </a:solidFill>
                <a:latin typeface="Cabin"/>
                <a:ea typeface="Cabin"/>
                <a:cs typeface="Cabin"/>
                <a:sym typeface="Cabin"/>
              </a:rPr>
              <a:t>Food delivery applications often face significant UX challenges, such as complex navigation, slow loading times, and lack of intuitive design. Users frequently encounter difficulties in finding desired meals or restaurants, which can lead to frustration and ultimately deter usage. The goal of SB FOODS is to mitigate these issues by focusing on a streamlined user experience.</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id="123" name="Google Shape;123;p25"/>
          <p:cNvPicPr preferRelativeResize="0"/>
          <p:nvPr/>
        </p:nvPicPr>
        <p:blipFill rotWithShape="1">
          <a:blip r:embed="rId3">
            <a:alphaModFix/>
          </a:blip>
          <a:srcRect b="0" l="5252" r="5251" t="0"/>
          <a:stretch/>
        </p:blipFill>
        <p:spPr>
          <a:xfrm>
            <a:off x="0" y="0"/>
            <a:ext cx="3067920" cy="5143320"/>
          </a:xfrm>
          <a:prstGeom prst="rect">
            <a:avLst/>
          </a:prstGeom>
          <a:noFill/>
          <a:ln>
            <a:noFill/>
          </a:ln>
        </p:spPr>
      </p:pic>
      <p:sp>
        <p:nvSpPr>
          <p:cNvPr id="124" name="Google Shape;124;p25"/>
          <p:cNvSpPr txBox="1"/>
          <p:nvPr>
            <p:ph idx="1" type="body"/>
          </p:nvPr>
        </p:nvSpPr>
        <p:spPr>
          <a:xfrm>
            <a:off x="3790800" y="1962000"/>
            <a:ext cx="4657320" cy="221904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1200"/>
              </a:spcAft>
              <a:buClr>
                <a:schemeClr val="dk1"/>
              </a:buClr>
              <a:buSzPts val="1400"/>
              <a:buFont typeface="Cabin"/>
              <a:buNone/>
            </a:pPr>
            <a:r>
              <a:rPr b="0" lang="en-GB" sz="1400" u="none" strike="noStrike">
                <a:solidFill>
                  <a:schemeClr val="dk1"/>
                </a:solidFill>
                <a:latin typeface="Cabin"/>
                <a:ea typeface="Cabin"/>
                <a:cs typeface="Cabin"/>
                <a:sym typeface="Cabin"/>
              </a:rPr>
              <a:t>The development of SB FOODS stems from the need to tackle pervasive UX problems in existing food delivery platforms. By enhancing the user interface and improving functionality, this application aims to provide a solution that fosters user engagement and satisfaction. Understanding pain points enables the creation of a more effective and enjoyable ordering experience.</a:t>
            </a:r>
            <a:endParaRPr b="0" sz="1400" u="none" strike="noStrike">
              <a:solidFill>
                <a:srgbClr val="000000"/>
              </a:solidFill>
              <a:latin typeface="Arial"/>
              <a:ea typeface="Arial"/>
              <a:cs typeface="Arial"/>
              <a:sym typeface="Arial"/>
            </a:endParaRPr>
          </a:p>
        </p:txBody>
      </p:sp>
      <p:sp>
        <p:nvSpPr>
          <p:cNvPr id="125" name="Google Shape;125;p25"/>
          <p:cNvSpPr txBox="1"/>
          <p:nvPr>
            <p:ph type="title"/>
          </p:nvPr>
        </p:nvSpPr>
        <p:spPr>
          <a:xfrm>
            <a:off x="3409920" y="447840"/>
            <a:ext cx="4657320" cy="1009440"/>
          </a:xfrm>
          <a:prstGeom prst="rect">
            <a:avLst/>
          </a:prstGeom>
          <a:noFill/>
          <a:ln>
            <a:noFill/>
          </a:ln>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Clr>
                <a:schemeClr val="dk1"/>
              </a:buClr>
              <a:buSzPct val="100000"/>
              <a:buFont typeface="Syncopate"/>
              <a:buNone/>
            </a:pPr>
            <a:r>
              <a:rPr b="0" i="0" lang="en-GB" sz="3000" u="none" cap="none" strike="noStrike">
                <a:solidFill>
                  <a:schemeClr val="dk1"/>
                </a:solidFill>
                <a:latin typeface="Syncopate"/>
                <a:ea typeface="Syncopate"/>
                <a:cs typeface="Syncopate"/>
                <a:sym typeface="Syncopate"/>
              </a:rPr>
              <a:t>Rationale for App Creation</a:t>
            </a:r>
            <a:endParaRPr b="0" i="0" sz="300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6"/>
          <p:cNvSpPr txBox="1"/>
          <p:nvPr>
            <p:ph type="title"/>
          </p:nvPr>
        </p:nvSpPr>
        <p:spPr>
          <a:xfrm>
            <a:off x="714240" y="790560"/>
            <a:ext cx="7714800" cy="6948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100000"/>
              <a:buFont typeface="Syncopate"/>
              <a:buNone/>
            </a:pPr>
            <a:r>
              <a:rPr b="0" lang="en-GB" sz="4000" u="none" strike="noStrike">
                <a:solidFill>
                  <a:schemeClr val="dk1"/>
                </a:solidFill>
                <a:latin typeface="Syncopate"/>
                <a:ea typeface="Syncopate"/>
                <a:cs typeface="Syncopate"/>
                <a:sym typeface="Syncopate"/>
              </a:rPr>
              <a:t>Expected Impact on Users</a:t>
            </a:r>
            <a:endParaRPr b="0" sz="4000" u="none" strike="noStrike">
              <a:solidFill>
                <a:schemeClr val="dk1"/>
              </a:solidFill>
              <a:latin typeface="Arial"/>
              <a:ea typeface="Arial"/>
              <a:cs typeface="Arial"/>
              <a:sym typeface="Arial"/>
            </a:endParaRPr>
          </a:p>
        </p:txBody>
      </p:sp>
      <p:sp>
        <p:nvSpPr>
          <p:cNvPr id="131" name="Google Shape;131;p26"/>
          <p:cNvSpPr txBox="1"/>
          <p:nvPr>
            <p:ph idx="1" type="body"/>
          </p:nvPr>
        </p:nvSpPr>
        <p:spPr>
          <a:xfrm>
            <a:off x="3352680" y="2400480"/>
            <a:ext cx="5076360" cy="195228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1200"/>
              </a:spcAft>
              <a:buClr>
                <a:schemeClr val="dk1"/>
              </a:buClr>
              <a:buSzPts val="1200"/>
              <a:buFont typeface="Cabin"/>
              <a:buNone/>
            </a:pPr>
            <a:r>
              <a:rPr b="0" i="0" lang="en-GB" sz="1200" u="none" cap="none" strike="noStrike">
                <a:solidFill>
                  <a:schemeClr val="dk1"/>
                </a:solidFill>
                <a:latin typeface="Cabin"/>
                <a:ea typeface="Cabin"/>
                <a:cs typeface="Cabin"/>
                <a:sym typeface="Cabin"/>
              </a:rPr>
              <a:t>SB FOODS strives to transform how users engage with food delivery services. By offering an efficient, intuitive platform, customers can enjoy a seamless ordering process that saves time and enhances their overall satisfaction. The expected impact includes increased loyalty, higher retention rates, and an improved perception of online food ordering as a result of addressing critical user needs.</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27"/>
          <p:cNvPicPr preferRelativeResize="0"/>
          <p:nvPr/>
        </p:nvPicPr>
        <p:blipFill rotWithShape="1">
          <a:blip r:embed="rId3">
            <a:alphaModFix/>
          </a:blip>
          <a:srcRect b="0" l="5252" r="5251" t="0"/>
          <a:stretch/>
        </p:blipFill>
        <p:spPr>
          <a:xfrm>
            <a:off x="0" y="0"/>
            <a:ext cx="3067920" cy="5143320"/>
          </a:xfrm>
          <a:prstGeom prst="rect">
            <a:avLst/>
          </a:prstGeom>
          <a:noFill/>
          <a:ln>
            <a:noFill/>
          </a:ln>
        </p:spPr>
      </p:pic>
      <p:sp>
        <p:nvSpPr>
          <p:cNvPr id="137" name="Google Shape;137;p27"/>
          <p:cNvSpPr txBox="1"/>
          <p:nvPr>
            <p:ph idx="1" type="body"/>
          </p:nvPr>
        </p:nvSpPr>
        <p:spPr>
          <a:xfrm>
            <a:off x="3790800" y="1962000"/>
            <a:ext cx="4657320" cy="221904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1200"/>
              </a:spcAft>
              <a:buClr>
                <a:schemeClr val="dk1"/>
              </a:buClr>
              <a:buSzPts val="1400"/>
              <a:buFont typeface="Cabin"/>
              <a:buNone/>
            </a:pPr>
            <a:r>
              <a:rPr b="0" lang="en-GB" sz="1400" u="none" strike="noStrike">
                <a:solidFill>
                  <a:schemeClr val="dk1"/>
                </a:solidFill>
                <a:latin typeface="Cabin"/>
                <a:ea typeface="Cabin"/>
                <a:cs typeface="Cabin"/>
                <a:sym typeface="Cabin"/>
              </a:rPr>
              <a:t>The introduction of SB FOODS addresses critical UX challenges in the food delivery space, aiming to enhance overall user satisfaction and engagement. By focusing on user-centric design and effective functionality, the platform is poised to make a significant impact on the ordering experience. As a result, it represents a promising advancement in the sector, fostering a more efficient food delivery ecosystem.</a:t>
            </a:r>
            <a:endParaRPr b="0" sz="1400" u="none" strike="noStrike">
              <a:solidFill>
                <a:srgbClr val="000000"/>
              </a:solidFill>
              <a:latin typeface="Arial"/>
              <a:ea typeface="Arial"/>
              <a:cs typeface="Arial"/>
              <a:sym typeface="Arial"/>
            </a:endParaRPr>
          </a:p>
        </p:txBody>
      </p:sp>
      <p:sp>
        <p:nvSpPr>
          <p:cNvPr id="138" name="Google Shape;138;p27"/>
          <p:cNvSpPr txBox="1"/>
          <p:nvPr>
            <p:ph type="title"/>
          </p:nvPr>
        </p:nvSpPr>
        <p:spPr>
          <a:xfrm>
            <a:off x="3409920" y="447840"/>
            <a:ext cx="46572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3000"/>
              <a:buFont typeface="Syncopate"/>
              <a:buNone/>
            </a:pPr>
            <a:r>
              <a:rPr b="0" i="0" lang="en-GB" sz="3000" u="none" cap="none" strike="noStrike">
                <a:solidFill>
                  <a:schemeClr val="dk1"/>
                </a:solidFill>
                <a:latin typeface="Syncopate"/>
                <a:ea typeface="Syncopate"/>
                <a:cs typeface="Syncopate"/>
                <a:sym typeface="Syncopate"/>
              </a:rPr>
              <a:t>Conclusions</a:t>
            </a:r>
            <a:endParaRPr b="0" i="0" sz="30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2" name="Shape 142"/>
        <p:cNvGrpSpPr/>
        <p:nvPr/>
      </p:nvGrpSpPr>
      <p:grpSpPr>
        <a:xfrm>
          <a:off x="0" y="0"/>
          <a:ext cx="0" cy="0"/>
          <a:chOff x="0" y="0"/>
          <a:chExt cx="0" cy="0"/>
        </a:xfrm>
      </p:grpSpPr>
      <p:sp>
        <p:nvSpPr>
          <p:cNvPr id="143" name="Google Shape;143;p28"/>
          <p:cNvSpPr txBox="1"/>
          <p:nvPr>
            <p:ph idx="1" type="body"/>
          </p:nvPr>
        </p:nvSpPr>
        <p:spPr>
          <a:xfrm>
            <a:off x="4873350" y="2852600"/>
            <a:ext cx="3567000" cy="2290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Team Members:</a:t>
            </a:r>
            <a:endParaRPr/>
          </a:p>
          <a:p>
            <a:pPr indent="0" lvl="0" marL="0" rtl="0" algn="just">
              <a:spcBef>
                <a:spcPts val="1200"/>
              </a:spcBef>
              <a:spcAft>
                <a:spcPts val="0"/>
              </a:spcAft>
              <a:buNone/>
            </a:pPr>
            <a:r>
              <a:rPr lang="en-GB" u="sng">
                <a:solidFill>
                  <a:schemeClr val="hlink"/>
                </a:solidFill>
                <a:hlinkClick r:id="rId4"/>
              </a:rPr>
              <a:t>1.Ch</a:t>
            </a:r>
            <a:r>
              <a:rPr lang="en-GB"/>
              <a:t>.Mithun(Team Leader)</a:t>
            </a:r>
            <a:endParaRPr/>
          </a:p>
          <a:p>
            <a:pPr indent="0" lvl="0" marL="0" rtl="0" algn="l">
              <a:spcBef>
                <a:spcPts val="1200"/>
              </a:spcBef>
              <a:spcAft>
                <a:spcPts val="0"/>
              </a:spcAft>
              <a:buNone/>
            </a:pPr>
            <a:r>
              <a:rPr lang="en-GB" u="sng">
                <a:solidFill>
                  <a:schemeClr val="hlink"/>
                </a:solidFill>
                <a:hlinkClick r:id="rId5"/>
              </a:rPr>
              <a:t>2.Ch</a:t>
            </a:r>
            <a:r>
              <a:rPr lang="en-GB"/>
              <a:t>.Jitendra</a:t>
            </a:r>
            <a:endParaRPr/>
          </a:p>
          <a:p>
            <a:pPr indent="0" lvl="0" marL="0" rtl="0" algn="l">
              <a:spcBef>
                <a:spcPts val="1200"/>
              </a:spcBef>
              <a:spcAft>
                <a:spcPts val="1200"/>
              </a:spcAft>
              <a:buNone/>
            </a:pPr>
            <a:r>
              <a:rPr lang="en-GB"/>
              <a:t>3.Ch.Mouli</a:t>
            </a:r>
            <a:endParaRPr/>
          </a:p>
        </p:txBody>
      </p:sp>
      <p:sp>
        <p:nvSpPr>
          <p:cNvPr id="144" name="Google Shape;144;p28"/>
          <p:cNvSpPr txBox="1"/>
          <p:nvPr>
            <p:ph type="title"/>
          </p:nvPr>
        </p:nvSpPr>
        <p:spPr>
          <a:xfrm>
            <a:off x="610975" y="444950"/>
            <a:ext cx="7448700" cy="1571700"/>
          </a:xfrm>
          <a:prstGeom prst="rect">
            <a:avLst/>
          </a:prstGeom>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GB" sz="5600"/>
              <a:t>Thank You </a:t>
            </a:r>
            <a:endParaRPr b="1" sz="5600">
              <a:highlight>
                <a:srgbClr val="000000"/>
              </a:highlight>
            </a:endParaRPr>
          </a:p>
        </p:txBody>
      </p:sp>
      <p:sp>
        <p:nvSpPr>
          <p:cNvPr id="145" name="Google Shape;145;p28"/>
          <p:cNvSpPr txBox="1"/>
          <p:nvPr>
            <p:ph idx="2" type="body"/>
          </p:nvPr>
        </p:nvSpPr>
        <p:spPr>
          <a:xfrm>
            <a:off x="0" y="0"/>
            <a:ext cx="3067800" cy="5143200"/>
          </a:xfrm>
          <a:prstGeom prst="rect">
            <a:avLst/>
          </a:prstGeom>
        </p:spPr>
        <p:txBody>
          <a:bodyPr anchorCtr="0" anchor="t" bIns="45000" lIns="90000" spcFirstLastPara="1" rIns="90000" wrap="square" tIns="45000">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